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29"/>
  </p:notesMasterIdLst>
  <p:sldIdLst>
    <p:sldId id="257" r:id="rId2"/>
    <p:sldId id="258" r:id="rId3"/>
    <p:sldId id="259" r:id="rId4"/>
    <p:sldId id="290" r:id="rId5"/>
    <p:sldId id="291" r:id="rId6"/>
    <p:sldId id="260" r:id="rId7"/>
    <p:sldId id="281" r:id="rId8"/>
    <p:sldId id="266" r:id="rId9"/>
    <p:sldId id="265" r:id="rId10"/>
    <p:sldId id="267" r:id="rId11"/>
    <p:sldId id="268" r:id="rId12"/>
    <p:sldId id="269" r:id="rId13"/>
    <p:sldId id="270" r:id="rId14"/>
    <p:sldId id="271" r:id="rId15"/>
    <p:sldId id="272" r:id="rId16"/>
    <p:sldId id="273" r:id="rId17"/>
    <p:sldId id="282" r:id="rId18"/>
    <p:sldId id="283" r:id="rId19"/>
    <p:sldId id="284" r:id="rId20"/>
    <p:sldId id="285" r:id="rId21"/>
    <p:sldId id="286" r:id="rId22"/>
    <p:sldId id="287" r:id="rId23"/>
    <p:sldId id="292" r:id="rId24"/>
    <p:sldId id="293" r:id="rId25"/>
    <p:sldId id="288" r:id="rId26"/>
    <p:sldId id="289" r:id="rId27"/>
    <p:sldId id="274" r:id="rId28"/>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varScale="1">
        <p:scale>
          <a:sx n="105" d="100"/>
          <a:sy n="105" d="100"/>
        </p:scale>
        <p:origin x="1794" y="114"/>
      </p:cViewPr>
      <p:guideLst>
        <p:guide orient="horz" pos="2160"/>
        <p:guide pos="288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presProps" Target="presProps.xml"/><Relationship Id="rId8" Type="http://schemas.openxmlformats.org/officeDocument/2006/relationships/slide" Target="slides/slide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B9E1E6C7-6F6C-48BC-B8DA-B76D272BFFAD}" type="datetimeFigureOut">
              <a:rPr lang="en-US" smtClean="0"/>
              <a:t>9/3/2026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6BD142D3-4A41-47E3-8636-053D277B46A3}" type="slidenum">
              <a:rPr lang="en-US" smtClean="0"/>
              <a:t>‹#›</a:t>
            </a:fld>
            <a:endParaRPr lang="en-US"/>
          </a:p>
        </p:txBody>
      </p:sp>
    </p:spTree>
    <p:extLst>
      <p:ext uri="{BB962C8B-B14F-4D97-AF65-F5344CB8AC3E}">
        <p14:creationId xmlns:p14="http://schemas.microsoft.com/office/powerpoint/2010/main" val="298786791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7"/>
          <p:cNvSpPr>
            <a:spLocks noGrp="1" noChangeArrowheads="1"/>
          </p:cNvSpPr>
          <p:nvPr>
            <p:ph type="sldNum" sz="quarter" idx="5"/>
          </p:nvPr>
        </p:nvSpPr>
        <p:spPr>
          <a:noFill/>
        </p:spPr>
        <p:txBody>
          <a:bodyPr/>
          <a:lstStyle>
            <a:lvl1pPr>
              <a:defRPr>
                <a:solidFill>
                  <a:schemeClr val="tx1"/>
                </a:solidFill>
                <a:latin typeface="Arial" charset="0"/>
              </a:defRPr>
            </a:lvl1pPr>
            <a:lvl2pPr marL="742950" indent="-285750">
              <a:defRPr>
                <a:solidFill>
                  <a:schemeClr val="tx1"/>
                </a:solidFill>
                <a:latin typeface="Arial" charset="0"/>
              </a:defRPr>
            </a:lvl2pPr>
            <a:lvl3pPr marL="1143000" indent="-228600">
              <a:defRPr>
                <a:solidFill>
                  <a:schemeClr val="tx1"/>
                </a:solidFill>
                <a:latin typeface="Arial" charset="0"/>
              </a:defRPr>
            </a:lvl3pPr>
            <a:lvl4pPr marL="1600200" indent="-228600">
              <a:defRPr>
                <a:solidFill>
                  <a:schemeClr val="tx1"/>
                </a:solidFill>
                <a:latin typeface="Arial" charset="0"/>
              </a:defRPr>
            </a:lvl4pPr>
            <a:lvl5pPr marL="2057400" indent="-22860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fld id="{56F0B144-C2D0-452B-8633-D3C0046C880D}" type="slidenum">
              <a:rPr lang="en-US" altLang="en-US" smtClean="0">
                <a:solidFill>
                  <a:prstClr val="black"/>
                </a:solidFill>
              </a:rPr>
              <a:pPr/>
              <a:t>10</a:t>
            </a:fld>
            <a:endParaRPr lang="en-US" altLang="en-US">
              <a:solidFill>
                <a:prstClr val="black"/>
              </a:solidFill>
            </a:endParaRPr>
          </a:p>
        </p:txBody>
      </p:sp>
      <p:sp>
        <p:nvSpPr>
          <p:cNvPr id="24579" name="Rectangle 2"/>
          <p:cNvSpPr>
            <a:spLocks noGrp="1" noRot="1" noChangeAspect="1" noChangeArrowheads="1" noTextEdit="1"/>
          </p:cNvSpPr>
          <p:nvPr>
            <p:ph type="sldImg"/>
          </p:nvPr>
        </p:nvSpPr>
        <p:spPr>
          <a:ln/>
        </p:spPr>
      </p:sp>
      <p:sp>
        <p:nvSpPr>
          <p:cNvPr id="24580" name="Rectangle 3"/>
          <p:cNvSpPr>
            <a:spLocks noGrp="1" noChangeArrowheads="1"/>
          </p:cNvSpPr>
          <p:nvPr>
            <p:ph type="body" idx="1"/>
          </p:nvPr>
        </p:nvSpPr>
        <p:spPr>
          <a:noFill/>
        </p:spPr>
        <p:txBody>
          <a:bodyPr/>
          <a:lstStyle/>
          <a:p>
            <a:pPr eaLnBrk="1" hangingPunct="1"/>
            <a:r>
              <a:rPr lang="en-US" altLang="en-US"/>
              <a:t>See Restatement 71, 79, 81.</a:t>
            </a:r>
          </a:p>
        </p:txBody>
      </p:sp>
    </p:spTree>
    <p:extLst>
      <p:ext uri="{BB962C8B-B14F-4D97-AF65-F5344CB8AC3E}">
        <p14:creationId xmlns:p14="http://schemas.microsoft.com/office/powerpoint/2010/main" val="368048647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8" name="Title 7"/>
          <p:cNvSpPr>
            <a:spLocks noGrp="1"/>
          </p:cNvSpPr>
          <p:nvPr>
            <p:ph type="ctrTitle"/>
          </p:nvPr>
        </p:nvSpPr>
        <p:spPr>
          <a:xfrm>
            <a:off x="1219200" y="3886200"/>
            <a:ext cx="6858000" cy="990600"/>
          </a:xfrm>
        </p:spPr>
        <p:txBody>
          <a:bodyPr anchor="t" anchorCtr="0"/>
          <a:lstStyle>
            <a:lvl1pPr algn="r">
              <a:defRPr sz="3200">
                <a:solidFill>
                  <a:schemeClr val="tx1"/>
                </a:solidFill>
              </a:defRPr>
            </a:lvl1pPr>
          </a:lstStyle>
          <a:p>
            <a:r>
              <a:rPr kumimoji="0" lang="en-US"/>
              <a:t>Click to edit Master title style</a:t>
            </a:r>
          </a:p>
        </p:txBody>
      </p:sp>
      <p:sp>
        <p:nvSpPr>
          <p:cNvPr id="9" name="Subtitle 8"/>
          <p:cNvSpPr>
            <a:spLocks noGrp="1"/>
          </p:cNvSpPr>
          <p:nvPr>
            <p:ph type="subTitle" idx="1"/>
          </p:nvPr>
        </p:nvSpPr>
        <p:spPr>
          <a:xfrm>
            <a:off x="1219200" y="5124450"/>
            <a:ext cx="6858000" cy="533400"/>
          </a:xfrm>
        </p:spPr>
        <p:txBody>
          <a:bodyPr/>
          <a:lstStyle>
            <a:lvl1pPr marL="0" indent="0" algn="r">
              <a:buNone/>
              <a:defRPr sz="2000">
                <a:solidFill>
                  <a:schemeClr val="tx2"/>
                </a:solidFill>
                <a:latin typeface="+mj-lt"/>
                <a:ea typeface="+mj-ea"/>
                <a:cs typeface="+mj-cs"/>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lstStyle>
          <a:p>
            <a:r>
              <a:rPr kumimoji="0" lang="en-US"/>
              <a:t>Click to edit Master subtitle style</a:t>
            </a:r>
          </a:p>
        </p:txBody>
      </p:sp>
      <p:sp>
        <p:nvSpPr>
          <p:cNvPr id="28" name="Date Placeholder 27"/>
          <p:cNvSpPr>
            <a:spLocks noGrp="1"/>
          </p:cNvSpPr>
          <p:nvPr>
            <p:ph type="dt" sz="half" idx="10"/>
          </p:nvPr>
        </p:nvSpPr>
        <p:spPr>
          <a:xfrm>
            <a:off x="6400800" y="6355080"/>
            <a:ext cx="2286000" cy="365760"/>
          </a:xfrm>
        </p:spPr>
        <p:txBody>
          <a:bodyPr/>
          <a:lstStyle>
            <a:lvl1pPr>
              <a:defRPr sz="1400"/>
            </a:lvl1pPr>
          </a:lstStyle>
          <a:p>
            <a:fld id="{8B999E3D-45A9-497C-BEB0-B4F0C3D298AF}" type="datetimeFigureOut">
              <a:rPr lang="en-US" smtClean="0">
                <a:solidFill>
                  <a:srgbClr val="464653"/>
                </a:solidFill>
              </a:rPr>
              <a:pPr/>
              <a:t>9/3/2026</a:t>
            </a:fld>
            <a:endParaRPr lang="en-US">
              <a:solidFill>
                <a:srgbClr val="464653"/>
              </a:solidFill>
            </a:endParaRPr>
          </a:p>
        </p:txBody>
      </p:sp>
      <p:sp>
        <p:nvSpPr>
          <p:cNvPr id="17" name="Footer Placeholder 16"/>
          <p:cNvSpPr>
            <a:spLocks noGrp="1"/>
          </p:cNvSpPr>
          <p:nvPr>
            <p:ph type="ftr" sz="quarter" idx="11"/>
          </p:nvPr>
        </p:nvSpPr>
        <p:spPr>
          <a:xfrm>
            <a:off x="2898648" y="6355080"/>
            <a:ext cx="3474720" cy="365760"/>
          </a:xfrm>
        </p:spPr>
        <p:txBody>
          <a:bodyPr/>
          <a:lstStyle/>
          <a:p>
            <a:endParaRPr lang="en-US">
              <a:solidFill>
                <a:srgbClr val="464653"/>
              </a:solidFill>
            </a:endParaRPr>
          </a:p>
        </p:txBody>
      </p:sp>
      <p:sp>
        <p:nvSpPr>
          <p:cNvPr id="29" name="Slide Number Placeholder 28"/>
          <p:cNvSpPr>
            <a:spLocks noGrp="1"/>
          </p:cNvSpPr>
          <p:nvPr>
            <p:ph type="sldNum" sz="quarter" idx="12"/>
          </p:nvPr>
        </p:nvSpPr>
        <p:spPr>
          <a:xfrm>
            <a:off x="1216152" y="6355080"/>
            <a:ext cx="1219200" cy="365760"/>
          </a:xfrm>
        </p:spPr>
        <p:txBody>
          <a:bodyPr/>
          <a:lstStyle/>
          <a:p>
            <a:fld id="{994B729A-5F0B-4B52-BE6D-A579B7D0035B}" type="slidenum">
              <a:rPr lang="en-US" smtClean="0">
                <a:solidFill>
                  <a:srgbClr val="464653"/>
                </a:solidFill>
              </a:rPr>
              <a:pPr/>
              <a:t>‹#›</a:t>
            </a:fld>
            <a:endParaRPr lang="en-US">
              <a:solidFill>
                <a:srgbClr val="464653"/>
              </a:solidFill>
            </a:endParaRPr>
          </a:p>
        </p:txBody>
      </p:sp>
      <p:sp>
        <p:nvSpPr>
          <p:cNvPr id="21" name="Rectangle 20"/>
          <p:cNvSpPr/>
          <p:nvPr/>
        </p:nvSpPr>
        <p:spPr>
          <a:xfrm>
            <a:off x="904875" y="3648075"/>
            <a:ext cx="7315200" cy="1280160"/>
          </a:xfrm>
          <a:prstGeom prst="rect">
            <a:avLst/>
          </a:prstGeom>
          <a:noFill/>
          <a:ln w="6350" cap="rnd" cmpd="sng" algn="ctr">
            <a:solidFill>
              <a:schemeClr val="accent1"/>
            </a:solid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a:endParaRPr lang="en-US">
              <a:solidFill>
                <a:prstClr val="white"/>
              </a:solidFill>
            </a:endParaRPr>
          </a:p>
        </p:txBody>
      </p:sp>
      <p:sp>
        <p:nvSpPr>
          <p:cNvPr id="33" name="Rectangle 32"/>
          <p:cNvSpPr/>
          <p:nvPr/>
        </p:nvSpPr>
        <p:spPr>
          <a:xfrm>
            <a:off x="914400" y="5048250"/>
            <a:ext cx="7315200" cy="685800"/>
          </a:xfrm>
          <a:prstGeom prst="rect">
            <a:avLst/>
          </a:prstGeom>
          <a:noFill/>
          <a:ln w="6350" cap="rnd" cmpd="sng" algn="ctr">
            <a:solidFill>
              <a:schemeClr val="accent2"/>
            </a:solid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a:endParaRPr lang="en-US">
              <a:solidFill>
                <a:prstClr val="white"/>
              </a:solidFill>
            </a:endParaRPr>
          </a:p>
        </p:txBody>
      </p:sp>
      <p:sp>
        <p:nvSpPr>
          <p:cNvPr id="22" name="Rectangle 21"/>
          <p:cNvSpPr/>
          <p:nvPr/>
        </p:nvSpPr>
        <p:spPr>
          <a:xfrm>
            <a:off x="904875" y="3648075"/>
            <a:ext cx="228600" cy="1280160"/>
          </a:xfrm>
          <a:prstGeom prst="rect">
            <a:avLst/>
          </a:prstGeom>
          <a:solidFill>
            <a:schemeClr val="accent1"/>
          </a:solidFill>
          <a:ln w="635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a:endParaRPr lang="en-US">
              <a:solidFill>
                <a:prstClr val="white"/>
              </a:solidFill>
            </a:endParaRPr>
          </a:p>
        </p:txBody>
      </p:sp>
      <p:sp>
        <p:nvSpPr>
          <p:cNvPr id="32" name="Rectangle 31"/>
          <p:cNvSpPr/>
          <p:nvPr/>
        </p:nvSpPr>
        <p:spPr>
          <a:xfrm>
            <a:off x="914400" y="5048250"/>
            <a:ext cx="228600" cy="685800"/>
          </a:xfrm>
          <a:prstGeom prst="rect">
            <a:avLst/>
          </a:prstGeom>
          <a:solidFill>
            <a:schemeClr val="accent2"/>
          </a:solidFill>
          <a:ln w="635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a:endParaRPr lang="en-US">
              <a:solidFill>
                <a:prstClr val="white"/>
              </a:solidFill>
            </a:endParaRPr>
          </a:p>
        </p:txBody>
      </p:sp>
    </p:spTree>
    <p:extLst>
      <p:ext uri="{BB962C8B-B14F-4D97-AF65-F5344CB8AC3E}">
        <p14:creationId xmlns:p14="http://schemas.microsoft.com/office/powerpoint/2010/main" val="4117821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a:t>Click to edit Master title style</a:t>
            </a:r>
          </a:p>
        </p:txBody>
      </p:sp>
      <p:sp>
        <p:nvSpPr>
          <p:cNvPr id="4" name="Date Placeholder 3"/>
          <p:cNvSpPr>
            <a:spLocks noGrp="1"/>
          </p:cNvSpPr>
          <p:nvPr>
            <p:ph type="dt" sz="half" idx="10"/>
          </p:nvPr>
        </p:nvSpPr>
        <p:spPr/>
        <p:txBody>
          <a:bodyPr/>
          <a:lstStyle/>
          <a:p>
            <a:fld id="{8B999E3D-45A9-497C-BEB0-B4F0C3D298AF}" type="datetimeFigureOut">
              <a:rPr lang="en-US" smtClean="0">
                <a:solidFill>
                  <a:srgbClr val="464653"/>
                </a:solidFill>
              </a:rPr>
              <a:pPr/>
              <a:t>9/3/2026</a:t>
            </a:fld>
            <a:endParaRPr lang="en-US">
              <a:solidFill>
                <a:srgbClr val="464653"/>
              </a:solidFill>
            </a:endParaRPr>
          </a:p>
        </p:txBody>
      </p:sp>
      <p:sp>
        <p:nvSpPr>
          <p:cNvPr id="5" name="Footer Placeholder 4"/>
          <p:cNvSpPr>
            <a:spLocks noGrp="1"/>
          </p:cNvSpPr>
          <p:nvPr>
            <p:ph type="ftr" sz="quarter" idx="11"/>
          </p:nvPr>
        </p:nvSpPr>
        <p:spPr/>
        <p:txBody>
          <a:bodyPr/>
          <a:lstStyle/>
          <a:p>
            <a:endParaRPr lang="en-US">
              <a:solidFill>
                <a:srgbClr val="464653"/>
              </a:solidFill>
            </a:endParaRPr>
          </a:p>
        </p:txBody>
      </p:sp>
      <p:sp>
        <p:nvSpPr>
          <p:cNvPr id="6" name="Slide Number Placeholder 5"/>
          <p:cNvSpPr>
            <a:spLocks noGrp="1"/>
          </p:cNvSpPr>
          <p:nvPr>
            <p:ph type="sldNum" sz="quarter" idx="12"/>
          </p:nvPr>
        </p:nvSpPr>
        <p:spPr/>
        <p:txBody>
          <a:bodyPr/>
          <a:lstStyle/>
          <a:p>
            <a:fld id="{994B729A-5F0B-4B52-BE6D-A579B7D0035B}" type="slidenum">
              <a:rPr lang="en-US" smtClean="0">
                <a:solidFill>
                  <a:srgbClr val="464653"/>
                </a:solidFill>
              </a:rPr>
              <a:pPr/>
              <a:t>‹#›</a:t>
            </a:fld>
            <a:endParaRPr lang="en-US">
              <a:solidFill>
                <a:srgbClr val="464653"/>
              </a:solidFill>
            </a:endParaRPr>
          </a:p>
        </p:txBody>
      </p:sp>
      <p:sp>
        <p:nvSpPr>
          <p:cNvPr id="8" name="Content Placeholder 7"/>
          <p:cNvSpPr>
            <a:spLocks noGrp="1"/>
          </p:cNvSpPr>
          <p:nvPr>
            <p:ph sz="quarter" idx="1"/>
          </p:nvPr>
        </p:nvSpPr>
        <p:spPr>
          <a:xfrm>
            <a:off x="457200" y="1219200"/>
            <a:ext cx="8229600" cy="4937760"/>
          </a:xfrm>
        </p:spPr>
        <p:txBody>
          <a:body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Tree>
    <p:extLst>
      <p:ext uri="{BB962C8B-B14F-4D97-AF65-F5344CB8AC3E}">
        <p14:creationId xmlns:p14="http://schemas.microsoft.com/office/powerpoint/2010/main" val="78863354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bg>
      <p:bgRef idx="1001">
        <a:schemeClr val="bg2"/>
      </p:bgRef>
    </p:bg>
    <p:spTree>
      <p:nvGrpSpPr>
        <p:cNvPr id="1" name=""/>
        <p:cNvGrpSpPr/>
        <p:nvPr/>
      </p:nvGrpSpPr>
      <p:grpSpPr>
        <a:xfrm>
          <a:off x="0" y="0"/>
          <a:ext cx="0" cy="0"/>
          <a:chOff x="0" y="0"/>
          <a:chExt cx="0" cy="0"/>
        </a:xfrm>
      </p:grpSpPr>
      <p:sp>
        <p:nvSpPr>
          <p:cNvPr id="2" name="Title 1"/>
          <p:cNvSpPr>
            <a:spLocks noGrp="1"/>
          </p:cNvSpPr>
          <p:nvPr>
            <p:ph type="title"/>
          </p:nvPr>
        </p:nvSpPr>
        <p:spPr>
          <a:xfrm>
            <a:off x="1219200" y="2971800"/>
            <a:ext cx="6858000" cy="1066800"/>
          </a:xfrm>
        </p:spPr>
        <p:txBody>
          <a:bodyPr anchor="t" anchorCtr="0"/>
          <a:lstStyle>
            <a:lvl1pPr algn="r">
              <a:buNone/>
              <a:defRPr sz="3200" b="0" cap="none" baseline="0"/>
            </a:lvl1pPr>
          </a:lstStyle>
          <a:p>
            <a:r>
              <a:rPr kumimoji="0" lang="en-US"/>
              <a:t>Click to edit Master title style</a:t>
            </a:r>
          </a:p>
        </p:txBody>
      </p:sp>
      <p:sp>
        <p:nvSpPr>
          <p:cNvPr id="3" name="Text Placeholder 2"/>
          <p:cNvSpPr>
            <a:spLocks noGrp="1"/>
          </p:cNvSpPr>
          <p:nvPr>
            <p:ph type="body" idx="1"/>
          </p:nvPr>
        </p:nvSpPr>
        <p:spPr>
          <a:xfrm>
            <a:off x="1295400" y="4267200"/>
            <a:ext cx="6781800" cy="1143000"/>
          </a:xfrm>
        </p:spPr>
        <p:txBody>
          <a:bodyPr anchor="t" anchorCtr="0"/>
          <a:lstStyle>
            <a:lvl1pPr marL="0" indent="0" algn="r">
              <a:buNone/>
              <a:defRPr sz="2000">
                <a:solidFill>
                  <a:schemeClr val="tx1">
                    <a:tint val="75000"/>
                  </a:schemeClr>
                </a:solidFill>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lstStyle>
          <a:p>
            <a:pPr lvl="0" eaLnBrk="1" latinLnBrk="0" hangingPunct="1"/>
            <a:r>
              <a:rPr kumimoji="0" lang="en-US"/>
              <a:t>Click to edit Master text styles</a:t>
            </a:r>
          </a:p>
        </p:txBody>
      </p:sp>
      <p:sp>
        <p:nvSpPr>
          <p:cNvPr id="4" name="Date Placeholder 3"/>
          <p:cNvSpPr>
            <a:spLocks noGrp="1"/>
          </p:cNvSpPr>
          <p:nvPr>
            <p:ph type="dt" sz="half" idx="10"/>
          </p:nvPr>
        </p:nvSpPr>
        <p:spPr>
          <a:xfrm>
            <a:off x="6400800" y="6355080"/>
            <a:ext cx="2286000" cy="365760"/>
          </a:xfrm>
        </p:spPr>
        <p:txBody>
          <a:bodyPr/>
          <a:lstStyle/>
          <a:p>
            <a:fld id="{8B999E3D-45A9-497C-BEB0-B4F0C3D298AF}" type="datetimeFigureOut">
              <a:rPr lang="en-US" smtClean="0">
                <a:solidFill>
                  <a:srgbClr val="DDE9EC"/>
                </a:solidFill>
              </a:rPr>
              <a:pPr/>
              <a:t>9/3/2026</a:t>
            </a:fld>
            <a:endParaRPr lang="en-US">
              <a:solidFill>
                <a:srgbClr val="DDE9EC"/>
              </a:solidFill>
            </a:endParaRPr>
          </a:p>
        </p:txBody>
      </p:sp>
      <p:sp>
        <p:nvSpPr>
          <p:cNvPr id="5" name="Footer Placeholder 4"/>
          <p:cNvSpPr>
            <a:spLocks noGrp="1"/>
          </p:cNvSpPr>
          <p:nvPr>
            <p:ph type="ftr" sz="quarter" idx="11"/>
          </p:nvPr>
        </p:nvSpPr>
        <p:spPr>
          <a:xfrm>
            <a:off x="2898648" y="6355080"/>
            <a:ext cx="3474720" cy="365760"/>
          </a:xfrm>
        </p:spPr>
        <p:txBody>
          <a:bodyPr/>
          <a:lstStyle/>
          <a:p>
            <a:endParaRPr lang="en-US">
              <a:solidFill>
                <a:srgbClr val="DDE9EC"/>
              </a:solidFill>
            </a:endParaRPr>
          </a:p>
        </p:txBody>
      </p:sp>
      <p:sp>
        <p:nvSpPr>
          <p:cNvPr id="6" name="Slide Number Placeholder 5"/>
          <p:cNvSpPr>
            <a:spLocks noGrp="1"/>
          </p:cNvSpPr>
          <p:nvPr>
            <p:ph type="sldNum" sz="quarter" idx="12"/>
          </p:nvPr>
        </p:nvSpPr>
        <p:spPr>
          <a:xfrm>
            <a:off x="1069848" y="6355080"/>
            <a:ext cx="1520952" cy="365760"/>
          </a:xfrm>
        </p:spPr>
        <p:txBody>
          <a:bodyPr/>
          <a:lstStyle/>
          <a:p>
            <a:fld id="{994B729A-5F0B-4B52-BE6D-A579B7D0035B}" type="slidenum">
              <a:rPr lang="en-US" smtClean="0">
                <a:solidFill>
                  <a:srgbClr val="DDE9EC"/>
                </a:solidFill>
              </a:rPr>
              <a:pPr/>
              <a:t>‹#›</a:t>
            </a:fld>
            <a:endParaRPr lang="en-US">
              <a:solidFill>
                <a:srgbClr val="DDE9EC"/>
              </a:solidFill>
            </a:endParaRPr>
          </a:p>
        </p:txBody>
      </p:sp>
      <p:sp>
        <p:nvSpPr>
          <p:cNvPr id="7" name="Rectangle 6"/>
          <p:cNvSpPr/>
          <p:nvPr/>
        </p:nvSpPr>
        <p:spPr>
          <a:xfrm>
            <a:off x="914400" y="2819400"/>
            <a:ext cx="7315200" cy="1280160"/>
          </a:xfrm>
          <a:prstGeom prst="rect">
            <a:avLst/>
          </a:prstGeom>
          <a:noFill/>
          <a:ln w="6350" cap="rnd" cmpd="sng" algn="ctr">
            <a:solidFill>
              <a:schemeClr val="accent1"/>
            </a:solid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a:endParaRPr lang="en-US">
              <a:solidFill>
                <a:prstClr val="white"/>
              </a:solidFill>
            </a:endParaRPr>
          </a:p>
        </p:txBody>
      </p:sp>
      <p:sp>
        <p:nvSpPr>
          <p:cNvPr id="8" name="Rectangle 7"/>
          <p:cNvSpPr/>
          <p:nvPr/>
        </p:nvSpPr>
        <p:spPr>
          <a:xfrm>
            <a:off x="914400" y="2819400"/>
            <a:ext cx="228600" cy="1280160"/>
          </a:xfrm>
          <a:prstGeom prst="rect">
            <a:avLst/>
          </a:prstGeom>
          <a:solidFill>
            <a:schemeClr val="accent1"/>
          </a:solidFill>
          <a:ln w="635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a:endParaRPr lang="en-US">
              <a:solidFill>
                <a:prstClr val="white"/>
              </a:solidFill>
            </a:endParaRPr>
          </a:p>
        </p:txBody>
      </p:sp>
    </p:spTree>
    <p:extLst>
      <p:ext uri="{BB962C8B-B14F-4D97-AF65-F5344CB8AC3E}">
        <p14:creationId xmlns:p14="http://schemas.microsoft.com/office/powerpoint/2010/main" val="2412676913"/>
      </p:ext>
    </p:extLst>
  </p:cSld>
  <p:clrMapOvr>
    <a:overrideClrMapping bg1="dk1" tx1="lt1" bg2="dk2" tx2="lt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228600"/>
            <a:ext cx="8229600" cy="914400"/>
          </a:xfrm>
        </p:spPr>
        <p:txBody>
          <a:bodyPr/>
          <a:lstStyle/>
          <a:p>
            <a:r>
              <a:rPr kumimoji="0" lang="en-US"/>
              <a:t>Click to edit Master title style</a:t>
            </a:r>
          </a:p>
        </p:txBody>
      </p:sp>
      <p:sp>
        <p:nvSpPr>
          <p:cNvPr id="5" name="Date Placeholder 4"/>
          <p:cNvSpPr>
            <a:spLocks noGrp="1"/>
          </p:cNvSpPr>
          <p:nvPr>
            <p:ph type="dt" sz="half" idx="10"/>
          </p:nvPr>
        </p:nvSpPr>
        <p:spPr/>
        <p:txBody>
          <a:bodyPr/>
          <a:lstStyle/>
          <a:p>
            <a:fld id="{8B999E3D-45A9-497C-BEB0-B4F0C3D298AF}" type="datetimeFigureOut">
              <a:rPr lang="en-US" smtClean="0">
                <a:solidFill>
                  <a:srgbClr val="464653"/>
                </a:solidFill>
              </a:rPr>
              <a:pPr/>
              <a:t>9/3/2026</a:t>
            </a:fld>
            <a:endParaRPr lang="en-US">
              <a:solidFill>
                <a:srgbClr val="464653"/>
              </a:solidFill>
            </a:endParaRPr>
          </a:p>
        </p:txBody>
      </p:sp>
      <p:sp>
        <p:nvSpPr>
          <p:cNvPr id="6" name="Footer Placeholder 5"/>
          <p:cNvSpPr>
            <a:spLocks noGrp="1"/>
          </p:cNvSpPr>
          <p:nvPr>
            <p:ph type="ftr" sz="quarter" idx="11"/>
          </p:nvPr>
        </p:nvSpPr>
        <p:spPr/>
        <p:txBody>
          <a:bodyPr/>
          <a:lstStyle/>
          <a:p>
            <a:endParaRPr lang="en-US">
              <a:solidFill>
                <a:srgbClr val="464653"/>
              </a:solidFill>
            </a:endParaRPr>
          </a:p>
        </p:txBody>
      </p:sp>
      <p:sp>
        <p:nvSpPr>
          <p:cNvPr id="7" name="Slide Number Placeholder 6"/>
          <p:cNvSpPr>
            <a:spLocks noGrp="1"/>
          </p:cNvSpPr>
          <p:nvPr>
            <p:ph type="sldNum" sz="quarter" idx="12"/>
          </p:nvPr>
        </p:nvSpPr>
        <p:spPr/>
        <p:txBody>
          <a:bodyPr/>
          <a:lstStyle/>
          <a:p>
            <a:fld id="{994B729A-5F0B-4B52-BE6D-A579B7D0035B}" type="slidenum">
              <a:rPr lang="en-US" smtClean="0">
                <a:solidFill>
                  <a:srgbClr val="464653"/>
                </a:solidFill>
              </a:rPr>
              <a:pPr/>
              <a:t>‹#›</a:t>
            </a:fld>
            <a:endParaRPr lang="en-US">
              <a:solidFill>
                <a:srgbClr val="464653"/>
              </a:solidFill>
            </a:endParaRPr>
          </a:p>
        </p:txBody>
      </p:sp>
      <p:sp>
        <p:nvSpPr>
          <p:cNvPr id="9" name="Content Placeholder 8"/>
          <p:cNvSpPr>
            <a:spLocks noGrp="1"/>
          </p:cNvSpPr>
          <p:nvPr>
            <p:ph sz="quarter" idx="1"/>
          </p:nvPr>
        </p:nvSpPr>
        <p:spPr>
          <a:xfrm>
            <a:off x="457200" y="1219200"/>
            <a:ext cx="4041648" cy="4937760"/>
          </a:xfrm>
        </p:spPr>
        <p:txBody>
          <a:body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11" name="Content Placeholder 10"/>
          <p:cNvSpPr>
            <a:spLocks noGrp="1"/>
          </p:cNvSpPr>
          <p:nvPr>
            <p:ph sz="quarter" idx="2"/>
          </p:nvPr>
        </p:nvSpPr>
        <p:spPr>
          <a:xfrm>
            <a:off x="4632198" y="1216152"/>
            <a:ext cx="4041648" cy="4937760"/>
          </a:xfrm>
        </p:spPr>
        <p:txBody>
          <a:body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Tree>
    <p:extLst>
      <p:ext uri="{BB962C8B-B14F-4D97-AF65-F5344CB8AC3E}">
        <p14:creationId xmlns:p14="http://schemas.microsoft.com/office/powerpoint/2010/main" val="337710833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28600"/>
            <a:ext cx="8229600" cy="914400"/>
          </a:xfrm>
        </p:spPr>
        <p:txBody>
          <a:bodyPr anchor="ctr"/>
          <a:lstStyle>
            <a:lvl1pPr>
              <a:defRPr/>
            </a:lvl1pPr>
          </a:lstStyle>
          <a:p>
            <a:r>
              <a:rPr kumimoji="0" lang="en-US"/>
              <a:t>Click to edit Master title style</a:t>
            </a:r>
          </a:p>
        </p:txBody>
      </p:sp>
      <p:sp>
        <p:nvSpPr>
          <p:cNvPr id="3" name="Text Placeholder 2"/>
          <p:cNvSpPr>
            <a:spLocks noGrp="1"/>
          </p:cNvSpPr>
          <p:nvPr>
            <p:ph type="body" idx="1"/>
          </p:nvPr>
        </p:nvSpPr>
        <p:spPr>
          <a:xfrm>
            <a:off x="457200" y="1285875"/>
            <a:ext cx="4040188" cy="685800"/>
          </a:xfrm>
          <a:noFill/>
          <a:ln>
            <a:noFill/>
          </a:ln>
        </p:spPr>
        <p:txBody>
          <a:bodyPr lIns="91440" anchor="b" anchorCtr="0">
            <a:noAutofit/>
          </a:bodyPr>
          <a:lstStyle>
            <a:lvl1pPr marL="0" indent="0">
              <a:buNone/>
              <a:defRPr sz="2400" b="1">
                <a:solidFill>
                  <a:schemeClr val="accent2"/>
                </a:solidFill>
              </a:defRPr>
            </a:lvl1pPr>
            <a:lvl2pPr>
              <a:buNone/>
              <a:defRPr sz="2000" b="1"/>
            </a:lvl2pPr>
            <a:lvl3pPr>
              <a:buNone/>
              <a:defRPr sz="1800" b="1"/>
            </a:lvl3pPr>
            <a:lvl4pPr>
              <a:buNone/>
              <a:defRPr sz="1600" b="1"/>
            </a:lvl4pPr>
            <a:lvl5pPr>
              <a:buNone/>
              <a:defRPr sz="1600" b="1"/>
            </a:lvl5pPr>
          </a:lstStyle>
          <a:p>
            <a:pPr lvl="0" eaLnBrk="1" latinLnBrk="0" hangingPunct="1"/>
            <a:r>
              <a:rPr kumimoji="0" lang="en-US"/>
              <a:t>Click to edit Master text styles</a:t>
            </a:r>
          </a:p>
        </p:txBody>
      </p:sp>
      <p:sp>
        <p:nvSpPr>
          <p:cNvPr id="4" name="Text Placeholder 3"/>
          <p:cNvSpPr>
            <a:spLocks noGrp="1"/>
          </p:cNvSpPr>
          <p:nvPr>
            <p:ph type="body" sz="half" idx="3"/>
          </p:nvPr>
        </p:nvSpPr>
        <p:spPr>
          <a:xfrm>
            <a:off x="4648200" y="1295400"/>
            <a:ext cx="4041775" cy="685800"/>
          </a:xfrm>
          <a:noFill/>
          <a:ln>
            <a:noFill/>
          </a:ln>
        </p:spPr>
        <p:txBody>
          <a:bodyPr lIns="91440" anchor="b" anchorCtr="0"/>
          <a:lstStyle>
            <a:lvl1pPr marL="0" indent="0">
              <a:buNone/>
              <a:defRPr sz="2400" b="1">
                <a:solidFill>
                  <a:schemeClr val="accent2"/>
                </a:solidFill>
              </a:defRPr>
            </a:lvl1pPr>
            <a:lvl2pPr>
              <a:buNone/>
              <a:defRPr sz="2000" b="1"/>
            </a:lvl2pPr>
            <a:lvl3pPr>
              <a:buNone/>
              <a:defRPr sz="1800" b="1"/>
            </a:lvl3pPr>
            <a:lvl4pPr>
              <a:buNone/>
              <a:defRPr sz="1600" b="1"/>
            </a:lvl4pPr>
            <a:lvl5pPr>
              <a:buNone/>
              <a:defRPr sz="1600" b="1"/>
            </a:lvl5pPr>
          </a:lstStyle>
          <a:p>
            <a:pPr lvl="0" eaLnBrk="1" latinLnBrk="0" hangingPunct="1"/>
            <a:r>
              <a:rPr kumimoji="0" lang="en-US"/>
              <a:t>Click to edit Master text styles</a:t>
            </a:r>
          </a:p>
        </p:txBody>
      </p:sp>
      <p:sp>
        <p:nvSpPr>
          <p:cNvPr id="7" name="Date Placeholder 6"/>
          <p:cNvSpPr>
            <a:spLocks noGrp="1"/>
          </p:cNvSpPr>
          <p:nvPr>
            <p:ph type="dt" sz="half" idx="10"/>
          </p:nvPr>
        </p:nvSpPr>
        <p:spPr/>
        <p:txBody>
          <a:bodyPr/>
          <a:lstStyle/>
          <a:p>
            <a:fld id="{8B999E3D-45A9-497C-BEB0-B4F0C3D298AF}" type="datetimeFigureOut">
              <a:rPr lang="en-US" smtClean="0">
                <a:solidFill>
                  <a:srgbClr val="464653"/>
                </a:solidFill>
              </a:rPr>
              <a:pPr/>
              <a:t>9/3/2026</a:t>
            </a:fld>
            <a:endParaRPr lang="en-US">
              <a:solidFill>
                <a:srgbClr val="464653"/>
              </a:solidFill>
            </a:endParaRPr>
          </a:p>
        </p:txBody>
      </p:sp>
      <p:sp>
        <p:nvSpPr>
          <p:cNvPr id="8" name="Footer Placeholder 7"/>
          <p:cNvSpPr>
            <a:spLocks noGrp="1"/>
          </p:cNvSpPr>
          <p:nvPr>
            <p:ph type="ftr" sz="quarter" idx="11"/>
          </p:nvPr>
        </p:nvSpPr>
        <p:spPr/>
        <p:txBody>
          <a:bodyPr/>
          <a:lstStyle/>
          <a:p>
            <a:endParaRPr lang="en-US">
              <a:solidFill>
                <a:srgbClr val="464653"/>
              </a:solidFill>
            </a:endParaRPr>
          </a:p>
        </p:txBody>
      </p:sp>
      <p:sp>
        <p:nvSpPr>
          <p:cNvPr id="9" name="Slide Number Placeholder 8"/>
          <p:cNvSpPr>
            <a:spLocks noGrp="1"/>
          </p:cNvSpPr>
          <p:nvPr>
            <p:ph type="sldNum" sz="quarter" idx="12"/>
          </p:nvPr>
        </p:nvSpPr>
        <p:spPr/>
        <p:txBody>
          <a:bodyPr/>
          <a:lstStyle/>
          <a:p>
            <a:fld id="{994B729A-5F0B-4B52-BE6D-A579B7D0035B}" type="slidenum">
              <a:rPr lang="en-US" smtClean="0">
                <a:solidFill>
                  <a:srgbClr val="464653"/>
                </a:solidFill>
              </a:rPr>
              <a:pPr/>
              <a:t>‹#›</a:t>
            </a:fld>
            <a:endParaRPr lang="en-US">
              <a:solidFill>
                <a:srgbClr val="464653"/>
              </a:solidFill>
            </a:endParaRPr>
          </a:p>
        </p:txBody>
      </p:sp>
      <p:sp>
        <p:nvSpPr>
          <p:cNvPr id="11" name="Content Placeholder 10"/>
          <p:cNvSpPr>
            <a:spLocks noGrp="1"/>
          </p:cNvSpPr>
          <p:nvPr>
            <p:ph sz="quarter" idx="2"/>
          </p:nvPr>
        </p:nvSpPr>
        <p:spPr>
          <a:xfrm>
            <a:off x="457200" y="2133600"/>
            <a:ext cx="4038600" cy="4038600"/>
          </a:xfrm>
        </p:spPr>
        <p:txBody>
          <a:body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13" name="Content Placeholder 12"/>
          <p:cNvSpPr>
            <a:spLocks noGrp="1"/>
          </p:cNvSpPr>
          <p:nvPr>
            <p:ph sz="quarter" idx="4"/>
          </p:nvPr>
        </p:nvSpPr>
        <p:spPr>
          <a:xfrm>
            <a:off x="4648200" y="2133600"/>
            <a:ext cx="4038600" cy="4038600"/>
          </a:xfrm>
        </p:spPr>
        <p:txBody>
          <a:body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Tree>
    <p:extLst>
      <p:ext uri="{BB962C8B-B14F-4D97-AF65-F5344CB8AC3E}">
        <p14:creationId xmlns:p14="http://schemas.microsoft.com/office/powerpoint/2010/main" val="246807566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457200" y="228600"/>
            <a:ext cx="8229600" cy="914400"/>
          </a:xfrm>
        </p:spPr>
        <p:txBody>
          <a:bodyPr/>
          <a:lstStyle/>
          <a:p>
            <a:r>
              <a:rPr kumimoji="0" lang="en-US"/>
              <a:t>Click to edit Master title style</a:t>
            </a:r>
          </a:p>
        </p:txBody>
      </p:sp>
      <p:sp>
        <p:nvSpPr>
          <p:cNvPr id="3" name="Date Placeholder 2"/>
          <p:cNvSpPr>
            <a:spLocks noGrp="1"/>
          </p:cNvSpPr>
          <p:nvPr>
            <p:ph type="dt" sz="half" idx="10"/>
          </p:nvPr>
        </p:nvSpPr>
        <p:spPr/>
        <p:txBody>
          <a:bodyPr/>
          <a:lstStyle/>
          <a:p>
            <a:fld id="{8B999E3D-45A9-497C-BEB0-B4F0C3D298AF}" type="datetimeFigureOut">
              <a:rPr lang="en-US" smtClean="0">
                <a:solidFill>
                  <a:srgbClr val="464653"/>
                </a:solidFill>
              </a:rPr>
              <a:pPr/>
              <a:t>9/3/2026</a:t>
            </a:fld>
            <a:endParaRPr lang="en-US">
              <a:solidFill>
                <a:srgbClr val="464653"/>
              </a:solidFill>
            </a:endParaRPr>
          </a:p>
        </p:txBody>
      </p:sp>
      <p:sp>
        <p:nvSpPr>
          <p:cNvPr id="4" name="Footer Placeholder 3"/>
          <p:cNvSpPr>
            <a:spLocks noGrp="1"/>
          </p:cNvSpPr>
          <p:nvPr>
            <p:ph type="ftr" sz="quarter" idx="11"/>
          </p:nvPr>
        </p:nvSpPr>
        <p:spPr/>
        <p:txBody>
          <a:bodyPr/>
          <a:lstStyle/>
          <a:p>
            <a:endParaRPr lang="en-US">
              <a:solidFill>
                <a:srgbClr val="464653"/>
              </a:solidFill>
            </a:endParaRPr>
          </a:p>
        </p:txBody>
      </p:sp>
      <p:sp>
        <p:nvSpPr>
          <p:cNvPr id="5" name="Slide Number Placeholder 4"/>
          <p:cNvSpPr>
            <a:spLocks noGrp="1"/>
          </p:cNvSpPr>
          <p:nvPr>
            <p:ph type="sldNum" sz="quarter" idx="12"/>
          </p:nvPr>
        </p:nvSpPr>
        <p:spPr/>
        <p:txBody>
          <a:bodyPr/>
          <a:lstStyle/>
          <a:p>
            <a:fld id="{994B729A-5F0B-4B52-BE6D-A579B7D0035B}" type="slidenum">
              <a:rPr lang="en-US" smtClean="0">
                <a:solidFill>
                  <a:srgbClr val="464653"/>
                </a:solidFill>
              </a:rPr>
              <a:pPr/>
              <a:t>‹#›</a:t>
            </a:fld>
            <a:endParaRPr lang="en-US">
              <a:solidFill>
                <a:srgbClr val="464653"/>
              </a:solidFill>
            </a:endParaRPr>
          </a:p>
        </p:txBody>
      </p:sp>
      <p:sp>
        <p:nvSpPr>
          <p:cNvPr id="6" name="Isosceles Triangle 5"/>
          <p:cNvSpPr>
            <a:spLocks noChangeAspect="1"/>
          </p:cNvSpPr>
          <p:nvPr/>
        </p:nvSpPr>
        <p:spPr>
          <a:xfrm rot="5400000">
            <a:off x="419100" y="6467475"/>
            <a:ext cx="190849" cy="120314"/>
          </a:xfrm>
          <a:prstGeom prst="triangle">
            <a:avLst>
              <a:gd name="adj" fmla="val 50000"/>
            </a:avLst>
          </a:prstGeom>
          <a:solidFill>
            <a:schemeClr val="accent2"/>
          </a:solidFill>
          <a:ln w="254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a:endParaRPr lang="en-US">
              <a:solidFill>
                <a:prstClr val="white"/>
              </a:solidFill>
            </a:endParaRPr>
          </a:p>
        </p:txBody>
      </p:sp>
    </p:spTree>
    <p:extLst>
      <p:ext uri="{BB962C8B-B14F-4D97-AF65-F5344CB8AC3E}">
        <p14:creationId xmlns:p14="http://schemas.microsoft.com/office/powerpoint/2010/main" val="114828428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8B999E3D-45A9-497C-BEB0-B4F0C3D298AF}" type="datetimeFigureOut">
              <a:rPr lang="en-US" smtClean="0">
                <a:solidFill>
                  <a:srgbClr val="464653"/>
                </a:solidFill>
              </a:rPr>
              <a:pPr/>
              <a:t>9/3/2026</a:t>
            </a:fld>
            <a:endParaRPr lang="en-US">
              <a:solidFill>
                <a:srgbClr val="464653"/>
              </a:solidFill>
            </a:endParaRPr>
          </a:p>
        </p:txBody>
      </p:sp>
      <p:sp>
        <p:nvSpPr>
          <p:cNvPr id="3" name="Footer Placeholder 2"/>
          <p:cNvSpPr>
            <a:spLocks noGrp="1"/>
          </p:cNvSpPr>
          <p:nvPr>
            <p:ph type="ftr" sz="quarter" idx="11"/>
          </p:nvPr>
        </p:nvSpPr>
        <p:spPr/>
        <p:txBody>
          <a:bodyPr/>
          <a:lstStyle/>
          <a:p>
            <a:endParaRPr lang="en-US">
              <a:solidFill>
                <a:srgbClr val="464653"/>
              </a:solidFill>
            </a:endParaRPr>
          </a:p>
        </p:txBody>
      </p:sp>
      <p:sp>
        <p:nvSpPr>
          <p:cNvPr id="4" name="Slide Number Placeholder 3"/>
          <p:cNvSpPr>
            <a:spLocks noGrp="1"/>
          </p:cNvSpPr>
          <p:nvPr>
            <p:ph type="sldNum" sz="quarter" idx="12"/>
          </p:nvPr>
        </p:nvSpPr>
        <p:spPr/>
        <p:txBody>
          <a:bodyPr/>
          <a:lstStyle/>
          <a:p>
            <a:fld id="{994B729A-5F0B-4B52-BE6D-A579B7D0035B}" type="slidenum">
              <a:rPr lang="en-US" smtClean="0">
                <a:solidFill>
                  <a:srgbClr val="464653"/>
                </a:solidFill>
              </a:rPr>
              <a:pPr/>
              <a:t>‹#›</a:t>
            </a:fld>
            <a:endParaRPr lang="en-US">
              <a:solidFill>
                <a:srgbClr val="464653"/>
              </a:solidFill>
            </a:endParaRPr>
          </a:p>
        </p:txBody>
      </p:sp>
      <p:sp>
        <p:nvSpPr>
          <p:cNvPr id="5" name="Straight Connector 4"/>
          <p:cNvSpPr>
            <a:spLocks noChangeShapeType="1"/>
          </p:cNvSpPr>
          <p:nvPr/>
        </p:nvSpPr>
        <p:spPr bwMode="auto">
          <a:xfrm>
            <a:off x="457200" y="6353175"/>
            <a:ext cx="8229600" cy="0"/>
          </a:xfrm>
          <a:prstGeom prst="line">
            <a:avLst/>
          </a:prstGeom>
          <a:noFill/>
          <a:ln w="9525" cap="flat" cmpd="sng" algn="ctr">
            <a:solidFill>
              <a:schemeClr val="accent2"/>
            </a:solidFill>
            <a:prstDash val="dash"/>
            <a:round/>
            <a:headEnd type="none" w="med" len="med"/>
            <a:tailEnd type="none" w="med" len="med"/>
          </a:ln>
          <a:effectLst/>
        </p:spPr>
        <p:txBody>
          <a:bodyPr vert="horz" wrap="square" lIns="91440" tIns="45720" rIns="91440" bIns="45720" anchor="t" compatLnSpc="1"/>
          <a:lstStyle/>
          <a:p>
            <a:endParaRPr lang="en-US">
              <a:solidFill>
                <a:prstClr val="black"/>
              </a:solidFill>
            </a:endParaRPr>
          </a:p>
        </p:txBody>
      </p:sp>
      <p:sp>
        <p:nvSpPr>
          <p:cNvPr id="6" name="Isosceles Triangle 5"/>
          <p:cNvSpPr>
            <a:spLocks noChangeAspect="1"/>
          </p:cNvSpPr>
          <p:nvPr/>
        </p:nvSpPr>
        <p:spPr>
          <a:xfrm rot="5400000">
            <a:off x="419100" y="6467475"/>
            <a:ext cx="190849" cy="120314"/>
          </a:xfrm>
          <a:prstGeom prst="triangle">
            <a:avLst>
              <a:gd name="adj" fmla="val 50000"/>
            </a:avLst>
          </a:prstGeom>
          <a:solidFill>
            <a:schemeClr val="accent2"/>
          </a:solidFill>
          <a:ln w="254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a:endParaRPr lang="en-US">
              <a:solidFill>
                <a:prstClr val="white"/>
              </a:solidFill>
            </a:endParaRPr>
          </a:p>
        </p:txBody>
      </p:sp>
    </p:spTree>
    <p:extLst>
      <p:ext uri="{BB962C8B-B14F-4D97-AF65-F5344CB8AC3E}">
        <p14:creationId xmlns:p14="http://schemas.microsoft.com/office/powerpoint/2010/main" val="38971957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324600" y="304800"/>
            <a:ext cx="2514600" cy="838200"/>
          </a:xfrm>
        </p:spPr>
        <p:txBody>
          <a:bodyPr anchor="b" anchorCtr="0">
            <a:noAutofit/>
          </a:bodyPr>
          <a:lstStyle>
            <a:lvl1pPr algn="l">
              <a:buNone/>
              <a:defRPr sz="2000" b="1">
                <a:solidFill>
                  <a:schemeClr val="tx2"/>
                </a:solidFill>
                <a:latin typeface="+mn-lt"/>
                <a:ea typeface="+mn-ea"/>
                <a:cs typeface="+mn-cs"/>
              </a:defRPr>
            </a:lvl1pPr>
          </a:lstStyle>
          <a:p>
            <a:r>
              <a:rPr kumimoji="0" lang="en-US"/>
              <a:t>Click to edit Master title style</a:t>
            </a:r>
          </a:p>
        </p:txBody>
      </p:sp>
      <p:sp>
        <p:nvSpPr>
          <p:cNvPr id="3" name="Text Placeholder 2"/>
          <p:cNvSpPr>
            <a:spLocks noGrp="1"/>
          </p:cNvSpPr>
          <p:nvPr>
            <p:ph type="body" idx="2"/>
          </p:nvPr>
        </p:nvSpPr>
        <p:spPr>
          <a:xfrm>
            <a:off x="6324600" y="1219200"/>
            <a:ext cx="2514600" cy="4843463"/>
          </a:xfrm>
        </p:spPr>
        <p:txBody>
          <a:bodyPr/>
          <a:lstStyle>
            <a:lvl1pPr marL="0" indent="0">
              <a:lnSpc>
                <a:spcPts val="2200"/>
              </a:lnSpc>
              <a:spcAft>
                <a:spcPts val="1000"/>
              </a:spcAft>
              <a:buNone/>
              <a:defRPr sz="1600">
                <a:solidFill>
                  <a:schemeClr val="tx2"/>
                </a:solidFill>
              </a:defRPr>
            </a:lvl1pPr>
            <a:lvl2pPr>
              <a:buNone/>
              <a:defRPr sz="1200"/>
            </a:lvl2pPr>
            <a:lvl3pPr>
              <a:buNone/>
              <a:defRPr sz="1000"/>
            </a:lvl3pPr>
            <a:lvl4pPr>
              <a:buNone/>
              <a:defRPr sz="900"/>
            </a:lvl4pPr>
            <a:lvl5pPr>
              <a:buNone/>
              <a:defRPr sz="900"/>
            </a:lvl5pPr>
          </a:lstStyle>
          <a:p>
            <a:pPr lvl="0" eaLnBrk="1" latinLnBrk="0" hangingPunct="1"/>
            <a:r>
              <a:rPr kumimoji="0" lang="en-US"/>
              <a:t>Click to edit Master text styles</a:t>
            </a:r>
          </a:p>
        </p:txBody>
      </p:sp>
      <p:sp>
        <p:nvSpPr>
          <p:cNvPr id="5" name="Date Placeholder 4"/>
          <p:cNvSpPr>
            <a:spLocks noGrp="1"/>
          </p:cNvSpPr>
          <p:nvPr>
            <p:ph type="dt" sz="half" idx="10"/>
          </p:nvPr>
        </p:nvSpPr>
        <p:spPr/>
        <p:txBody>
          <a:bodyPr/>
          <a:lstStyle/>
          <a:p>
            <a:fld id="{8B999E3D-45A9-497C-BEB0-B4F0C3D298AF}" type="datetimeFigureOut">
              <a:rPr lang="en-US" smtClean="0">
                <a:solidFill>
                  <a:srgbClr val="464653"/>
                </a:solidFill>
              </a:rPr>
              <a:pPr/>
              <a:t>9/3/2026</a:t>
            </a:fld>
            <a:endParaRPr lang="en-US">
              <a:solidFill>
                <a:srgbClr val="464653"/>
              </a:solidFill>
            </a:endParaRPr>
          </a:p>
        </p:txBody>
      </p:sp>
      <p:sp>
        <p:nvSpPr>
          <p:cNvPr id="6" name="Footer Placeholder 5"/>
          <p:cNvSpPr>
            <a:spLocks noGrp="1"/>
          </p:cNvSpPr>
          <p:nvPr>
            <p:ph type="ftr" sz="quarter" idx="11"/>
          </p:nvPr>
        </p:nvSpPr>
        <p:spPr/>
        <p:txBody>
          <a:bodyPr/>
          <a:lstStyle/>
          <a:p>
            <a:endParaRPr lang="en-US">
              <a:solidFill>
                <a:srgbClr val="464653"/>
              </a:solidFill>
            </a:endParaRPr>
          </a:p>
        </p:txBody>
      </p:sp>
      <p:sp>
        <p:nvSpPr>
          <p:cNvPr id="7" name="Slide Number Placeholder 6"/>
          <p:cNvSpPr>
            <a:spLocks noGrp="1"/>
          </p:cNvSpPr>
          <p:nvPr>
            <p:ph type="sldNum" sz="quarter" idx="12"/>
          </p:nvPr>
        </p:nvSpPr>
        <p:spPr/>
        <p:txBody>
          <a:bodyPr/>
          <a:lstStyle/>
          <a:p>
            <a:fld id="{994B729A-5F0B-4B52-BE6D-A579B7D0035B}" type="slidenum">
              <a:rPr lang="en-US" smtClean="0">
                <a:solidFill>
                  <a:srgbClr val="464653"/>
                </a:solidFill>
              </a:rPr>
              <a:pPr/>
              <a:t>‹#›</a:t>
            </a:fld>
            <a:endParaRPr lang="en-US">
              <a:solidFill>
                <a:srgbClr val="464653"/>
              </a:solidFill>
            </a:endParaRPr>
          </a:p>
        </p:txBody>
      </p:sp>
      <p:sp>
        <p:nvSpPr>
          <p:cNvPr id="8" name="Straight Connector 7"/>
          <p:cNvSpPr>
            <a:spLocks noChangeShapeType="1"/>
          </p:cNvSpPr>
          <p:nvPr/>
        </p:nvSpPr>
        <p:spPr bwMode="auto">
          <a:xfrm>
            <a:off x="457200" y="6353175"/>
            <a:ext cx="8229600" cy="0"/>
          </a:xfrm>
          <a:prstGeom prst="line">
            <a:avLst/>
          </a:prstGeom>
          <a:noFill/>
          <a:ln w="9525" cap="flat" cmpd="sng" algn="ctr">
            <a:solidFill>
              <a:schemeClr val="accent2"/>
            </a:solidFill>
            <a:prstDash val="dash"/>
            <a:round/>
            <a:headEnd type="none" w="med" len="med"/>
            <a:tailEnd type="none" w="med" len="med"/>
          </a:ln>
          <a:effectLst/>
        </p:spPr>
        <p:txBody>
          <a:bodyPr vert="horz" wrap="square" lIns="91440" tIns="45720" rIns="91440" bIns="45720" anchor="t" compatLnSpc="1"/>
          <a:lstStyle/>
          <a:p>
            <a:endParaRPr lang="en-US">
              <a:solidFill>
                <a:prstClr val="black"/>
              </a:solidFill>
            </a:endParaRPr>
          </a:p>
        </p:txBody>
      </p:sp>
      <p:sp>
        <p:nvSpPr>
          <p:cNvPr id="10" name="Straight Connector 9"/>
          <p:cNvSpPr>
            <a:spLocks noChangeShapeType="1"/>
          </p:cNvSpPr>
          <p:nvPr/>
        </p:nvSpPr>
        <p:spPr bwMode="auto">
          <a:xfrm rot="5400000">
            <a:off x="3160645" y="3324225"/>
            <a:ext cx="6035040" cy="0"/>
          </a:xfrm>
          <a:prstGeom prst="line">
            <a:avLst/>
          </a:prstGeom>
          <a:noFill/>
          <a:ln w="9525" cap="flat" cmpd="sng" algn="ctr">
            <a:solidFill>
              <a:schemeClr val="accent2"/>
            </a:solidFill>
            <a:prstDash val="dash"/>
            <a:round/>
            <a:headEnd type="none" w="med" len="med"/>
            <a:tailEnd type="none" w="med" len="med"/>
          </a:ln>
          <a:effectLst/>
        </p:spPr>
        <p:txBody>
          <a:bodyPr vert="horz" wrap="square" lIns="91440" tIns="45720" rIns="91440" bIns="45720" anchor="t" compatLnSpc="1"/>
          <a:lstStyle/>
          <a:p>
            <a:endParaRPr lang="en-US" dirty="0">
              <a:solidFill>
                <a:prstClr val="black"/>
              </a:solidFill>
            </a:endParaRPr>
          </a:p>
        </p:txBody>
      </p:sp>
      <p:sp>
        <p:nvSpPr>
          <p:cNvPr id="9" name="Isosceles Triangle 8"/>
          <p:cNvSpPr>
            <a:spLocks noChangeAspect="1"/>
          </p:cNvSpPr>
          <p:nvPr/>
        </p:nvSpPr>
        <p:spPr>
          <a:xfrm rot="5400000">
            <a:off x="419100" y="6467475"/>
            <a:ext cx="190849" cy="120314"/>
          </a:xfrm>
          <a:prstGeom prst="triangle">
            <a:avLst>
              <a:gd name="adj" fmla="val 50000"/>
            </a:avLst>
          </a:prstGeom>
          <a:solidFill>
            <a:schemeClr val="accent2"/>
          </a:solidFill>
          <a:ln w="254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a:endParaRPr lang="en-US">
              <a:solidFill>
                <a:prstClr val="white"/>
              </a:solidFill>
            </a:endParaRPr>
          </a:p>
        </p:txBody>
      </p:sp>
      <p:sp>
        <p:nvSpPr>
          <p:cNvPr id="12" name="Content Placeholder 11"/>
          <p:cNvSpPr>
            <a:spLocks noGrp="1"/>
          </p:cNvSpPr>
          <p:nvPr>
            <p:ph sz="quarter" idx="1"/>
          </p:nvPr>
        </p:nvSpPr>
        <p:spPr>
          <a:xfrm>
            <a:off x="304800" y="304800"/>
            <a:ext cx="5715000" cy="5715000"/>
          </a:xfrm>
        </p:spPr>
        <p:txBody>
          <a:body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Tree>
    <p:extLst>
      <p:ext uri="{BB962C8B-B14F-4D97-AF65-F5344CB8AC3E}">
        <p14:creationId xmlns:p14="http://schemas.microsoft.com/office/powerpoint/2010/main" val="270553736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bg>
      <p:bgRef idx="1001">
        <a:schemeClr val="bg2"/>
      </p:bgRef>
    </p:bg>
    <p:spTree>
      <p:nvGrpSpPr>
        <p:cNvPr id="1" name=""/>
        <p:cNvGrpSpPr/>
        <p:nvPr/>
      </p:nvGrpSpPr>
      <p:grpSpPr>
        <a:xfrm>
          <a:off x="0" y="0"/>
          <a:ext cx="0" cy="0"/>
          <a:chOff x="0" y="0"/>
          <a:chExt cx="0" cy="0"/>
        </a:xfrm>
      </p:grpSpPr>
      <p:sp>
        <p:nvSpPr>
          <p:cNvPr id="2" name="Title 1"/>
          <p:cNvSpPr>
            <a:spLocks noGrp="1"/>
          </p:cNvSpPr>
          <p:nvPr>
            <p:ph type="title"/>
          </p:nvPr>
        </p:nvSpPr>
        <p:spPr>
          <a:xfrm>
            <a:off x="457200" y="500856"/>
            <a:ext cx="8229600" cy="674688"/>
          </a:xfrm>
          <a:ln>
            <a:solidFill>
              <a:schemeClr val="accent1"/>
            </a:solidFill>
          </a:ln>
        </p:spPr>
        <p:txBody>
          <a:bodyPr lIns="274320" anchor="ctr"/>
          <a:lstStyle>
            <a:lvl1pPr algn="r">
              <a:buNone/>
              <a:defRPr sz="2000" b="0">
                <a:solidFill>
                  <a:schemeClr val="tx1"/>
                </a:solidFill>
              </a:defRPr>
            </a:lvl1pPr>
          </a:lstStyle>
          <a:p>
            <a:r>
              <a:rPr kumimoji="0" lang="en-US"/>
              <a:t>Click to edit Master title style</a:t>
            </a:r>
          </a:p>
        </p:txBody>
      </p:sp>
      <p:sp>
        <p:nvSpPr>
          <p:cNvPr id="3" name="Picture Placeholder 2"/>
          <p:cNvSpPr>
            <a:spLocks noGrp="1"/>
          </p:cNvSpPr>
          <p:nvPr>
            <p:ph type="pic" idx="1"/>
          </p:nvPr>
        </p:nvSpPr>
        <p:spPr>
          <a:xfrm>
            <a:off x="457200" y="1905000"/>
            <a:ext cx="8229600" cy="4270248"/>
          </a:xfrm>
          <a:solidFill>
            <a:schemeClr val="tx1">
              <a:shade val="50000"/>
            </a:schemeClr>
          </a:solidFill>
          <a:ln>
            <a:noFill/>
          </a:ln>
          <a:effectLst/>
        </p:spPr>
        <p:txBody>
          <a:bodyPr/>
          <a:lstStyle>
            <a:lvl1pPr marL="0" indent="0">
              <a:spcBef>
                <a:spcPts val="600"/>
              </a:spcBef>
              <a:buNone/>
              <a:defRPr sz="3200"/>
            </a:lvl1pPr>
          </a:lstStyle>
          <a:p>
            <a:r>
              <a:rPr kumimoji="0" lang="en-US"/>
              <a:t>Click icon to add picture</a:t>
            </a:r>
            <a:endParaRPr kumimoji="0" lang="en-US" dirty="0"/>
          </a:p>
        </p:txBody>
      </p:sp>
      <p:sp>
        <p:nvSpPr>
          <p:cNvPr id="4" name="Text Placeholder 3"/>
          <p:cNvSpPr>
            <a:spLocks noGrp="1"/>
          </p:cNvSpPr>
          <p:nvPr>
            <p:ph type="body" sz="half" idx="2"/>
          </p:nvPr>
        </p:nvSpPr>
        <p:spPr>
          <a:xfrm>
            <a:off x="457200" y="1219200"/>
            <a:ext cx="8229600" cy="533400"/>
          </a:xfrm>
        </p:spPr>
        <p:txBody>
          <a:bodyPr anchor="ctr" anchorCtr="0"/>
          <a:lstStyle>
            <a:lvl1pPr marL="0" indent="0" algn="l">
              <a:buFontTx/>
              <a:buNone/>
              <a:defRPr sz="1400"/>
            </a:lvl1pPr>
            <a:lvl2pPr>
              <a:defRPr sz="1200"/>
            </a:lvl2pPr>
            <a:lvl3pPr>
              <a:defRPr sz="1000"/>
            </a:lvl3pPr>
            <a:lvl4pPr>
              <a:defRPr sz="900"/>
            </a:lvl4pPr>
            <a:lvl5pPr>
              <a:defRPr sz="900"/>
            </a:lvl5pPr>
          </a:lstStyle>
          <a:p>
            <a:pPr lvl="0" eaLnBrk="1" latinLnBrk="0" hangingPunct="1"/>
            <a:r>
              <a:rPr kumimoji="0" lang="en-US"/>
              <a:t>Click to edit Master text styles</a:t>
            </a:r>
          </a:p>
        </p:txBody>
      </p:sp>
      <p:sp>
        <p:nvSpPr>
          <p:cNvPr id="5" name="Date Placeholder 4"/>
          <p:cNvSpPr>
            <a:spLocks noGrp="1"/>
          </p:cNvSpPr>
          <p:nvPr>
            <p:ph type="dt" sz="half" idx="10"/>
          </p:nvPr>
        </p:nvSpPr>
        <p:spPr/>
        <p:txBody>
          <a:bodyPr/>
          <a:lstStyle/>
          <a:p>
            <a:fld id="{8B999E3D-45A9-497C-BEB0-B4F0C3D298AF}" type="datetimeFigureOut">
              <a:rPr lang="en-US" smtClean="0">
                <a:solidFill>
                  <a:srgbClr val="DDE9EC"/>
                </a:solidFill>
              </a:rPr>
              <a:pPr/>
              <a:t>9/3/2026</a:t>
            </a:fld>
            <a:endParaRPr lang="en-US">
              <a:solidFill>
                <a:srgbClr val="DDE9EC"/>
              </a:solidFill>
            </a:endParaRPr>
          </a:p>
        </p:txBody>
      </p:sp>
      <p:sp>
        <p:nvSpPr>
          <p:cNvPr id="6" name="Footer Placeholder 5"/>
          <p:cNvSpPr>
            <a:spLocks noGrp="1"/>
          </p:cNvSpPr>
          <p:nvPr>
            <p:ph type="ftr" sz="quarter" idx="11"/>
          </p:nvPr>
        </p:nvSpPr>
        <p:spPr/>
        <p:txBody>
          <a:bodyPr/>
          <a:lstStyle/>
          <a:p>
            <a:endParaRPr lang="en-US">
              <a:solidFill>
                <a:srgbClr val="DDE9EC"/>
              </a:solidFill>
            </a:endParaRPr>
          </a:p>
        </p:txBody>
      </p:sp>
      <p:sp>
        <p:nvSpPr>
          <p:cNvPr id="7" name="Slide Number Placeholder 6"/>
          <p:cNvSpPr>
            <a:spLocks noGrp="1"/>
          </p:cNvSpPr>
          <p:nvPr>
            <p:ph type="sldNum" sz="quarter" idx="12"/>
          </p:nvPr>
        </p:nvSpPr>
        <p:spPr/>
        <p:txBody>
          <a:bodyPr/>
          <a:lstStyle/>
          <a:p>
            <a:fld id="{994B729A-5F0B-4B52-BE6D-A579B7D0035B}" type="slidenum">
              <a:rPr lang="en-US" smtClean="0">
                <a:solidFill>
                  <a:srgbClr val="DDE9EC"/>
                </a:solidFill>
              </a:rPr>
              <a:pPr/>
              <a:t>‹#›</a:t>
            </a:fld>
            <a:endParaRPr lang="en-US">
              <a:solidFill>
                <a:srgbClr val="DDE9EC"/>
              </a:solidFill>
            </a:endParaRPr>
          </a:p>
        </p:txBody>
      </p:sp>
      <p:sp>
        <p:nvSpPr>
          <p:cNvPr id="8" name="Straight Connector 7"/>
          <p:cNvSpPr>
            <a:spLocks noChangeShapeType="1"/>
          </p:cNvSpPr>
          <p:nvPr/>
        </p:nvSpPr>
        <p:spPr bwMode="auto">
          <a:xfrm>
            <a:off x="457200" y="6353175"/>
            <a:ext cx="8229600" cy="0"/>
          </a:xfrm>
          <a:prstGeom prst="line">
            <a:avLst/>
          </a:prstGeom>
          <a:noFill/>
          <a:ln w="9525" cap="flat" cmpd="sng" algn="ctr">
            <a:solidFill>
              <a:schemeClr val="accent2"/>
            </a:solidFill>
            <a:prstDash val="dash"/>
            <a:round/>
            <a:headEnd type="none" w="med" len="med"/>
            <a:tailEnd type="none" w="med" len="med"/>
          </a:ln>
          <a:effectLst/>
        </p:spPr>
        <p:txBody>
          <a:bodyPr vert="horz" wrap="square" lIns="91440" tIns="45720" rIns="91440" bIns="45720" anchor="t" compatLnSpc="1"/>
          <a:lstStyle/>
          <a:p>
            <a:endParaRPr lang="en-US">
              <a:solidFill>
                <a:prstClr val="white"/>
              </a:solidFill>
            </a:endParaRPr>
          </a:p>
        </p:txBody>
      </p:sp>
      <p:sp>
        <p:nvSpPr>
          <p:cNvPr id="9" name="Isosceles Triangle 8"/>
          <p:cNvSpPr>
            <a:spLocks noChangeAspect="1"/>
          </p:cNvSpPr>
          <p:nvPr/>
        </p:nvSpPr>
        <p:spPr>
          <a:xfrm rot="5400000">
            <a:off x="419100" y="6467475"/>
            <a:ext cx="190849" cy="120314"/>
          </a:xfrm>
          <a:prstGeom prst="triangle">
            <a:avLst>
              <a:gd name="adj" fmla="val 50000"/>
            </a:avLst>
          </a:prstGeom>
          <a:solidFill>
            <a:schemeClr val="accent2"/>
          </a:solidFill>
          <a:ln w="254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a:endParaRPr lang="en-US">
              <a:solidFill>
                <a:prstClr val="white"/>
              </a:solidFill>
            </a:endParaRPr>
          </a:p>
        </p:txBody>
      </p:sp>
      <p:sp>
        <p:nvSpPr>
          <p:cNvPr id="10" name="Rectangle 9"/>
          <p:cNvSpPr/>
          <p:nvPr/>
        </p:nvSpPr>
        <p:spPr>
          <a:xfrm>
            <a:off x="457200" y="500856"/>
            <a:ext cx="182880" cy="685800"/>
          </a:xfrm>
          <a:prstGeom prst="rect">
            <a:avLst/>
          </a:prstGeom>
          <a:solidFill>
            <a:schemeClr val="accent1"/>
          </a:solidFill>
          <a:ln w="635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a:endParaRPr lang="en-US">
              <a:solidFill>
                <a:prstClr val="white"/>
              </a:solidFill>
            </a:endParaRPr>
          </a:p>
        </p:txBody>
      </p:sp>
    </p:spTree>
    <p:extLst>
      <p:ext uri="{BB962C8B-B14F-4D97-AF65-F5344CB8AC3E}">
        <p14:creationId xmlns:p14="http://schemas.microsoft.com/office/powerpoint/2010/main" val="915881388"/>
      </p:ext>
    </p:extLst>
  </p:cSld>
  <p:clrMapOvr>
    <a:overrideClrMapping bg1="dk1" tx1="lt1" bg2="dk2" tx2="lt2" accent1="accent1" accent2="accent2" accent3="accent3" accent4="accent4" accent5="accent5" accent6="accent6" hlink="hlink" folHlink="folHlink"/>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a:t>Click to edit Master title style</a:t>
            </a:r>
          </a:p>
        </p:txBody>
      </p:sp>
      <p:sp>
        <p:nvSpPr>
          <p:cNvPr id="3" name="Vertical Text Placeholder 2"/>
          <p:cNvSpPr>
            <a:spLocks noGrp="1"/>
          </p:cNvSpPr>
          <p:nvPr>
            <p:ph type="body" orient="vert" idx="1"/>
          </p:nvPr>
        </p:nvSpPr>
        <p:spPr/>
        <p:txBody>
          <a:bodyPr vert="eaVer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4" name="Date Placeholder 3"/>
          <p:cNvSpPr>
            <a:spLocks noGrp="1"/>
          </p:cNvSpPr>
          <p:nvPr>
            <p:ph type="dt" sz="half" idx="10"/>
          </p:nvPr>
        </p:nvSpPr>
        <p:spPr/>
        <p:txBody>
          <a:bodyPr/>
          <a:lstStyle/>
          <a:p>
            <a:fld id="{8B999E3D-45A9-497C-BEB0-B4F0C3D298AF}" type="datetimeFigureOut">
              <a:rPr lang="en-US" smtClean="0">
                <a:solidFill>
                  <a:srgbClr val="464653"/>
                </a:solidFill>
              </a:rPr>
              <a:pPr/>
              <a:t>9/3/2026</a:t>
            </a:fld>
            <a:endParaRPr lang="en-US">
              <a:solidFill>
                <a:srgbClr val="464653"/>
              </a:solidFill>
            </a:endParaRPr>
          </a:p>
        </p:txBody>
      </p:sp>
      <p:sp>
        <p:nvSpPr>
          <p:cNvPr id="5" name="Footer Placeholder 4"/>
          <p:cNvSpPr>
            <a:spLocks noGrp="1"/>
          </p:cNvSpPr>
          <p:nvPr>
            <p:ph type="ftr" sz="quarter" idx="11"/>
          </p:nvPr>
        </p:nvSpPr>
        <p:spPr/>
        <p:txBody>
          <a:bodyPr/>
          <a:lstStyle/>
          <a:p>
            <a:endParaRPr lang="en-US">
              <a:solidFill>
                <a:srgbClr val="464653"/>
              </a:solidFill>
            </a:endParaRPr>
          </a:p>
        </p:txBody>
      </p:sp>
      <p:sp>
        <p:nvSpPr>
          <p:cNvPr id="6" name="Slide Number Placeholder 5"/>
          <p:cNvSpPr>
            <a:spLocks noGrp="1"/>
          </p:cNvSpPr>
          <p:nvPr>
            <p:ph type="sldNum" sz="quarter" idx="12"/>
          </p:nvPr>
        </p:nvSpPr>
        <p:spPr/>
        <p:txBody>
          <a:bodyPr/>
          <a:lstStyle/>
          <a:p>
            <a:fld id="{994B729A-5F0B-4B52-BE6D-A579B7D0035B}" type="slidenum">
              <a:rPr lang="en-US" smtClean="0">
                <a:solidFill>
                  <a:srgbClr val="464653"/>
                </a:solidFill>
              </a:rPr>
              <a:pPr/>
              <a:t>‹#›</a:t>
            </a:fld>
            <a:endParaRPr lang="en-US">
              <a:solidFill>
                <a:srgbClr val="464653"/>
              </a:solidFill>
            </a:endParaRPr>
          </a:p>
        </p:txBody>
      </p:sp>
    </p:spTree>
    <p:extLst>
      <p:ext uri="{BB962C8B-B14F-4D97-AF65-F5344CB8AC3E}">
        <p14:creationId xmlns:p14="http://schemas.microsoft.com/office/powerpoint/2010/main" val="263937122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kumimoji="0"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4" name="Date Placeholder 3"/>
          <p:cNvSpPr>
            <a:spLocks noGrp="1"/>
          </p:cNvSpPr>
          <p:nvPr>
            <p:ph type="dt" sz="half" idx="10"/>
          </p:nvPr>
        </p:nvSpPr>
        <p:spPr/>
        <p:txBody>
          <a:bodyPr/>
          <a:lstStyle/>
          <a:p>
            <a:fld id="{8B999E3D-45A9-497C-BEB0-B4F0C3D298AF}" type="datetimeFigureOut">
              <a:rPr lang="en-US" smtClean="0">
                <a:solidFill>
                  <a:srgbClr val="464653"/>
                </a:solidFill>
              </a:rPr>
              <a:pPr/>
              <a:t>9/3/2026</a:t>
            </a:fld>
            <a:endParaRPr lang="en-US">
              <a:solidFill>
                <a:srgbClr val="464653"/>
              </a:solidFill>
            </a:endParaRPr>
          </a:p>
        </p:txBody>
      </p:sp>
      <p:sp>
        <p:nvSpPr>
          <p:cNvPr id="5" name="Footer Placeholder 4"/>
          <p:cNvSpPr>
            <a:spLocks noGrp="1"/>
          </p:cNvSpPr>
          <p:nvPr>
            <p:ph type="ftr" sz="quarter" idx="11"/>
          </p:nvPr>
        </p:nvSpPr>
        <p:spPr/>
        <p:txBody>
          <a:bodyPr/>
          <a:lstStyle/>
          <a:p>
            <a:endParaRPr lang="en-US">
              <a:solidFill>
                <a:srgbClr val="464653"/>
              </a:solidFill>
            </a:endParaRPr>
          </a:p>
        </p:txBody>
      </p:sp>
      <p:sp>
        <p:nvSpPr>
          <p:cNvPr id="6" name="Slide Number Placeholder 5"/>
          <p:cNvSpPr>
            <a:spLocks noGrp="1"/>
          </p:cNvSpPr>
          <p:nvPr>
            <p:ph type="sldNum" sz="quarter" idx="12"/>
          </p:nvPr>
        </p:nvSpPr>
        <p:spPr/>
        <p:txBody>
          <a:bodyPr/>
          <a:lstStyle/>
          <a:p>
            <a:fld id="{994B729A-5F0B-4B52-BE6D-A579B7D0035B}" type="slidenum">
              <a:rPr lang="en-US" smtClean="0">
                <a:solidFill>
                  <a:srgbClr val="464653"/>
                </a:solidFill>
              </a:rPr>
              <a:pPr/>
              <a:t>‹#›</a:t>
            </a:fld>
            <a:endParaRPr lang="en-US">
              <a:solidFill>
                <a:srgbClr val="464653"/>
              </a:solidFill>
            </a:endParaRPr>
          </a:p>
        </p:txBody>
      </p:sp>
      <p:sp>
        <p:nvSpPr>
          <p:cNvPr id="7" name="Straight Connector 6"/>
          <p:cNvSpPr>
            <a:spLocks noChangeShapeType="1"/>
          </p:cNvSpPr>
          <p:nvPr/>
        </p:nvSpPr>
        <p:spPr bwMode="auto">
          <a:xfrm>
            <a:off x="457200" y="6353175"/>
            <a:ext cx="8229600" cy="0"/>
          </a:xfrm>
          <a:prstGeom prst="line">
            <a:avLst/>
          </a:prstGeom>
          <a:noFill/>
          <a:ln w="9525" cap="flat" cmpd="sng" algn="ctr">
            <a:solidFill>
              <a:schemeClr val="accent2"/>
            </a:solidFill>
            <a:prstDash val="dash"/>
            <a:round/>
            <a:headEnd type="none" w="med" len="med"/>
            <a:tailEnd type="none" w="med" len="med"/>
          </a:ln>
          <a:effectLst/>
        </p:spPr>
        <p:txBody>
          <a:bodyPr vert="horz" wrap="square" lIns="91440" tIns="45720" rIns="91440" bIns="45720" anchor="t" compatLnSpc="1"/>
          <a:lstStyle/>
          <a:p>
            <a:endParaRPr lang="en-US">
              <a:solidFill>
                <a:prstClr val="black"/>
              </a:solidFill>
            </a:endParaRPr>
          </a:p>
        </p:txBody>
      </p:sp>
      <p:sp>
        <p:nvSpPr>
          <p:cNvPr id="8" name="Isosceles Triangle 7"/>
          <p:cNvSpPr>
            <a:spLocks noChangeAspect="1"/>
          </p:cNvSpPr>
          <p:nvPr/>
        </p:nvSpPr>
        <p:spPr>
          <a:xfrm rot="5400000">
            <a:off x="419100" y="6467475"/>
            <a:ext cx="190849" cy="120314"/>
          </a:xfrm>
          <a:prstGeom prst="triangle">
            <a:avLst>
              <a:gd name="adj" fmla="val 50000"/>
            </a:avLst>
          </a:prstGeom>
          <a:solidFill>
            <a:schemeClr val="accent2"/>
          </a:solidFill>
          <a:ln w="254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a:endParaRPr lang="en-US">
              <a:solidFill>
                <a:prstClr val="white"/>
              </a:solidFill>
            </a:endParaRPr>
          </a:p>
        </p:txBody>
      </p:sp>
      <p:sp>
        <p:nvSpPr>
          <p:cNvPr id="9" name="Straight Connector 8"/>
          <p:cNvSpPr>
            <a:spLocks noChangeShapeType="1"/>
          </p:cNvSpPr>
          <p:nvPr/>
        </p:nvSpPr>
        <p:spPr bwMode="auto">
          <a:xfrm rot="5400000">
            <a:off x="3629607" y="3201952"/>
            <a:ext cx="5852160" cy="0"/>
          </a:xfrm>
          <a:prstGeom prst="line">
            <a:avLst/>
          </a:prstGeom>
          <a:noFill/>
          <a:ln w="9525" cap="flat" cmpd="sng" algn="ctr">
            <a:solidFill>
              <a:schemeClr val="accent2"/>
            </a:solidFill>
            <a:prstDash val="dash"/>
            <a:round/>
            <a:headEnd type="none" w="med" len="med"/>
            <a:tailEnd type="none" w="med" len="med"/>
          </a:ln>
          <a:effectLst/>
        </p:spPr>
        <p:txBody>
          <a:bodyPr vert="horz" wrap="square" lIns="91440" tIns="45720" rIns="91440" bIns="45720" anchor="t" compatLnSpc="1"/>
          <a:lstStyle/>
          <a:p>
            <a:endParaRPr lang="en-US">
              <a:solidFill>
                <a:prstClr val="black"/>
              </a:solidFill>
            </a:endParaRPr>
          </a:p>
        </p:txBody>
      </p:sp>
    </p:spTree>
    <p:extLst>
      <p:ext uri="{BB962C8B-B14F-4D97-AF65-F5344CB8AC3E}">
        <p14:creationId xmlns:p14="http://schemas.microsoft.com/office/powerpoint/2010/main" val="654522322"/>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bl">
  <p:cSld name="Title and Table">
    <p:spTree>
      <p:nvGrpSpPr>
        <p:cNvPr id="1" name=""/>
        <p:cNvGrpSpPr/>
        <p:nvPr/>
      </p:nvGrpSpPr>
      <p:grpSpPr>
        <a:xfrm>
          <a:off x="0" y="0"/>
          <a:ext cx="0" cy="0"/>
          <a:chOff x="0" y="0"/>
          <a:chExt cx="0" cy="0"/>
        </a:xfrm>
      </p:grpSpPr>
      <p:sp>
        <p:nvSpPr>
          <p:cNvPr id="2" name="Title 1"/>
          <p:cNvSpPr>
            <a:spLocks noGrp="1"/>
          </p:cNvSpPr>
          <p:nvPr>
            <p:ph type="title"/>
          </p:nvPr>
        </p:nvSpPr>
        <p:spPr>
          <a:xfrm>
            <a:off x="1524000" y="190500"/>
            <a:ext cx="7010400" cy="1527175"/>
          </a:xfrm>
        </p:spPr>
        <p:txBody>
          <a:bodyPr/>
          <a:lstStyle/>
          <a:p>
            <a:r>
              <a:rPr lang="en-US"/>
              <a:t>Click to edit Master title style</a:t>
            </a:r>
          </a:p>
        </p:txBody>
      </p:sp>
      <p:sp>
        <p:nvSpPr>
          <p:cNvPr id="3" name="Table Placeholder 2"/>
          <p:cNvSpPr>
            <a:spLocks noGrp="1"/>
          </p:cNvSpPr>
          <p:nvPr>
            <p:ph type="tbl" idx="1"/>
          </p:nvPr>
        </p:nvSpPr>
        <p:spPr>
          <a:xfrm>
            <a:off x="1524000" y="1905000"/>
            <a:ext cx="7010400" cy="4114800"/>
          </a:xfrm>
        </p:spPr>
        <p:txBody>
          <a:bodyPr>
            <a:normAutofit/>
          </a:bodyPr>
          <a:lstStyle/>
          <a:p>
            <a:pPr lvl="0"/>
            <a:endParaRPr lang="en-US" noProof="0"/>
          </a:p>
        </p:txBody>
      </p:sp>
      <p:sp>
        <p:nvSpPr>
          <p:cNvPr id="4" name="Date Placeholder 13"/>
          <p:cNvSpPr>
            <a:spLocks noGrp="1"/>
          </p:cNvSpPr>
          <p:nvPr>
            <p:ph type="dt" sz="half" idx="10"/>
          </p:nvPr>
        </p:nvSpPr>
        <p:spPr/>
        <p:txBody>
          <a:bodyPr/>
          <a:lstStyle>
            <a:lvl1pPr>
              <a:defRPr/>
            </a:lvl1pPr>
          </a:lstStyle>
          <a:p>
            <a:pPr>
              <a:defRPr/>
            </a:pPr>
            <a:endParaRPr lang="en-US">
              <a:solidFill>
                <a:srgbClr val="464653"/>
              </a:solidFill>
            </a:endParaRPr>
          </a:p>
        </p:txBody>
      </p:sp>
      <p:sp>
        <p:nvSpPr>
          <p:cNvPr id="5" name="Footer Placeholder 2"/>
          <p:cNvSpPr>
            <a:spLocks noGrp="1"/>
          </p:cNvSpPr>
          <p:nvPr>
            <p:ph type="ftr" sz="quarter" idx="11"/>
          </p:nvPr>
        </p:nvSpPr>
        <p:spPr/>
        <p:txBody>
          <a:bodyPr/>
          <a:lstStyle>
            <a:lvl1pPr>
              <a:defRPr/>
            </a:lvl1pPr>
          </a:lstStyle>
          <a:p>
            <a:pPr>
              <a:defRPr/>
            </a:pPr>
            <a:endParaRPr lang="en-US">
              <a:solidFill>
                <a:srgbClr val="464653"/>
              </a:solidFill>
            </a:endParaRPr>
          </a:p>
        </p:txBody>
      </p:sp>
      <p:sp>
        <p:nvSpPr>
          <p:cNvPr id="6" name="Slide Number Placeholder 22"/>
          <p:cNvSpPr>
            <a:spLocks noGrp="1"/>
          </p:cNvSpPr>
          <p:nvPr>
            <p:ph type="sldNum" sz="quarter" idx="12"/>
          </p:nvPr>
        </p:nvSpPr>
        <p:spPr/>
        <p:txBody>
          <a:bodyPr/>
          <a:lstStyle>
            <a:lvl1pPr>
              <a:defRPr/>
            </a:lvl1pPr>
          </a:lstStyle>
          <a:p>
            <a:pPr>
              <a:defRPr/>
            </a:pPr>
            <a:fld id="{DF14308C-09F3-41F1-86D1-785A210D56D2}" type="slidenum">
              <a:rPr lang="en-US">
                <a:solidFill>
                  <a:srgbClr val="464653"/>
                </a:solidFill>
              </a:rPr>
              <a:pPr>
                <a:defRPr/>
              </a:pPr>
              <a:t>‹#›</a:t>
            </a:fld>
            <a:endParaRPr lang="en-US">
              <a:solidFill>
                <a:srgbClr val="464653"/>
              </a:solidFill>
            </a:endParaRPr>
          </a:p>
        </p:txBody>
      </p:sp>
    </p:spTree>
    <p:extLst>
      <p:ext uri="{BB962C8B-B14F-4D97-AF65-F5344CB8AC3E}">
        <p14:creationId xmlns:p14="http://schemas.microsoft.com/office/powerpoint/2010/main" val="186722898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2" name="Title Placeholder 21"/>
          <p:cNvSpPr>
            <a:spLocks noGrp="1"/>
          </p:cNvSpPr>
          <p:nvPr>
            <p:ph type="title"/>
          </p:nvPr>
        </p:nvSpPr>
        <p:spPr>
          <a:xfrm>
            <a:off x="457200" y="152400"/>
            <a:ext cx="8229600" cy="990600"/>
          </a:xfrm>
          <a:prstGeom prst="rect">
            <a:avLst/>
          </a:prstGeom>
        </p:spPr>
        <p:txBody>
          <a:bodyPr vert="horz" anchor="b" anchorCtr="0">
            <a:normAutofit/>
          </a:bodyPr>
          <a:lstStyle/>
          <a:p>
            <a:r>
              <a:rPr kumimoji="0" lang="en-US"/>
              <a:t>Click to edit Master title style</a:t>
            </a:r>
          </a:p>
        </p:txBody>
      </p:sp>
      <p:sp>
        <p:nvSpPr>
          <p:cNvPr id="13" name="Text Placeholder 12"/>
          <p:cNvSpPr>
            <a:spLocks noGrp="1"/>
          </p:cNvSpPr>
          <p:nvPr>
            <p:ph type="body" idx="1"/>
          </p:nvPr>
        </p:nvSpPr>
        <p:spPr>
          <a:xfrm>
            <a:off x="457200" y="1219200"/>
            <a:ext cx="8229600" cy="4910328"/>
          </a:xfrm>
          <a:prstGeom prst="rect">
            <a:avLst/>
          </a:prstGeom>
        </p:spPr>
        <p:txBody>
          <a:bodyPr vert="horz">
            <a:normAutofit/>
          </a:bodyPr>
          <a:lstStyle/>
          <a:p>
            <a:pPr lvl="0" eaLnBrk="1" latinLnBrk="0" hangingPunct="1"/>
            <a:r>
              <a:rPr kumimoji="0" lang="en-US"/>
              <a:t>Click to edit Master text styles</a:t>
            </a:r>
          </a:p>
          <a:p>
            <a:pPr lvl="1" eaLnBrk="1" latinLnBrk="0" hangingPunct="1"/>
            <a:r>
              <a:rPr kumimoji="0" lang="en-US"/>
              <a:t>Second level</a:t>
            </a:r>
          </a:p>
          <a:p>
            <a:pPr lvl="2" eaLnBrk="1" latinLnBrk="0" hangingPunct="1"/>
            <a:r>
              <a:rPr kumimoji="0" lang="en-US"/>
              <a:t>Third level</a:t>
            </a:r>
          </a:p>
          <a:p>
            <a:pPr lvl="3" eaLnBrk="1" latinLnBrk="0" hangingPunct="1"/>
            <a:r>
              <a:rPr kumimoji="0" lang="en-US"/>
              <a:t>Fourth level</a:t>
            </a:r>
          </a:p>
          <a:p>
            <a:pPr lvl="4" eaLnBrk="1" latinLnBrk="0" hangingPunct="1"/>
            <a:r>
              <a:rPr kumimoji="0" lang="en-US"/>
              <a:t>Fifth level</a:t>
            </a:r>
          </a:p>
        </p:txBody>
      </p:sp>
      <p:sp>
        <p:nvSpPr>
          <p:cNvPr id="14" name="Date Placeholder 13"/>
          <p:cNvSpPr>
            <a:spLocks noGrp="1"/>
          </p:cNvSpPr>
          <p:nvPr>
            <p:ph type="dt" sz="half" idx="2"/>
          </p:nvPr>
        </p:nvSpPr>
        <p:spPr>
          <a:xfrm>
            <a:off x="6400800" y="6356350"/>
            <a:ext cx="2289048" cy="365760"/>
          </a:xfrm>
          <a:prstGeom prst="rect">
            <a:avLst/>
          </a:prstGeom>
        </p:spPr>
        <p:txBody>
          <a:bodyPr vert="horz"/>
          <a:lstStyle>
            <a:lvl1pPr algn="l" eaLnBrk="1" latinLnBrk="0" hangingPunct="1">
              <a:defRPr kumimoji="0" sz="1400">
                <a:solidFill>
                  <a:schemeClr val="tx2"/>
                </a:solidFill>
              </a:defRPr>
            </a:lvl1pPr>
          </a:lstStyle>
          <a:p>
            <a:fld id="{8B999E3D-45A9-497C-BEB0-B4F0C3D298AF}" type="datetimeFigureOut">
              <a:rPr lang="en-US" smtClean="0">
                <a:solidFill>
                  <a:srgbClr val="464653"/>
                </a:solidFill>
              </a:rPr>
              <a:pPr/>
              <a:t>9/3/2026</a:t>
            </a:fld>
            <a:endParaRPr lang="en-US">
              <a:solidFill>
                <a:srgbClr val="464653"/>
              </a:solidFill>
            </a:endParaRPr>
          </a:p>
        </p:txBody>
      </p:sp>
      <p:sp>
        <p:nvSpPr>
          <p:cNvPr id="3" name="Footer Placeholder 2"/>
          <p:cNvSpPr>
            <a:spLocks noGrp="1"/>
          </p:cNvSpPr>
          <p:nvPr>
            <p:ph type="ftr" sz="quarter" idx="3"/>
          </p:nvPr>
        </p:nvSpPr>
        <p:spPr>
          <a:xfrm>
            <a:off x="2898648" y="6356350"/>
            <a:ext cx="3505200" cy="365760"/>
          </a:xfrm>
          <a:prstGeom prst="rect">
            <a:avLst/>
          </a:prstGeom>
        </p:spPr>
        <p:txBody>
          <a:bodyPr vert="horz"/>
          <a:lstStyle>
            <a:lvl1pPr algn="r" eaLnBrk="1" latinLnBrk="0" hangingPunct="1">
              <a:defRPr kumimoji="0" sz="1400">
                <a:solidFill>
                  <a:schemeClr val="tx2"/>
                </a:solidFill>
              </a:defRPr>
            </a:lvl1pPr>
          </a:lstStyle>
          <a:p>
            <a:endParaRPr lang="en-US">
              <a:solidFill>
                <a:srgbClr val="464653"/>
              </a:solidFill>
            </a:endParaRPr>
          </a:p>
        </p:txBody>
      </p:sp>
      <p:sp>
        <p:nvSpPr>
          <p:cNvPr id="23" name="Slide Number Placeholder 22"/>
          <p:cNvSpPr>
            <a:spLocks noGrp="1"/>
          </p:cNvSpPr>
          <p:nvPr>
            <p:ph type="sldNum" sz="quarter" idx="4"/>
          </p:nvPr>
        </p:nvSpPr>
        <p:spPr>
          <a:xfrm>
            <a:off x="612648" y="6356350"/>
            <a:ext cx="1981200" cy="365760"/>
          </a:xfrm>
          <a:prstGeom prst="rect">
            <a:avLst/>
          </a:prstGeom>
        </p:spPr>
        <p:txBody>
          <a:bodyPr vert="horz"/>
          <a:lstStyle>
            <a:lvl1pPr algn="l" eaLnBrk="1" latinLnBrk="0" hangingPunct="1">
              <a:defRPr kumimoji="0" sz="1400">
                <a:solidFill>
                  <a:schemeClr val="tx2"/>
                </a:solidFill>
              </a:defRPr>
            </a:lvl1pPr>
          </a:lstStyle>
          <a:p>
            <a:fld id="{994B729A-5F0B-4B52-BE6D-A579B7D0035B}" type="slidenum">
              <a:rPr lang="en-US" smtClean="0">
                <a:solidFill>
                  <a:srgbClr val="464653"/>
                </a:solidFill>
              </a:rPr>
              <a:pPr/>
              <a:t>‹#›</a:t>
            </a:fld>
            <a:endParaRPr lang="en-US">
              <a:solidFill>
                <a:srgbClr val="464653"/>
              </a:solidFill>
            </a:endParaRPr>
          </a:p>
        </p:txBody>
      </p:sp>
      <p:sp>
        <p:nvSpPr>
          <p:cNvPr id="28" name="Straight Connector 27"/>
          <p:cNvSpPr>
            <a:spLocks noChangeShapeType="1"/>
          </p:cNvSpPr>
          <p:nvPr/>
        </p:nvSpPr>
        <p:spPr bwMode="auto">
          <a:xfrm>
            <a:off x="457200" y="6353175"/>
            <a:ext cx="8229600" cy="0"/>
          </a:xfrm>
          <a:prstGeom prst="line">
            <a:avLst/>
          </a:prstGeom>
          <a:noFill/>
          <a:ln w="9525" cap="flat" cmpd="sng" algn="ctr">
            <a:solidFill>
              <a:schemeClr val="accent2"/>
            </a:solidFill>
            <a:prstDash val="dash"/>
            <a:round/>
            <a:headEnd type="none" w="med" len="med"/>
            <a:tailEnd type="none" w="med" len="med"/>
          </a:ln>
          <a:effectLst/>
        </p:spPr>
        <p:txBody>
          <a:bodyPr vert="horz" wrap="square" lIns="91440" tIns="45720" rIns="91440" bIns="45720" anchor="t" compatLnSpc="1"/>
          <a:lstStyle/>
          <a:p>
            <a:endParaRPr lang="en-US">
              <a:solidFill>
                <a:prstClr val="black"/>
              </a:solidFill>
            </a:endParaRPr>
          </a:p>
        </p:txBody>
      </p:sp>
      <p:sp>
        <p:nvSpPr>
          <p:cNvPr id="29" name="Straight Connector 28"/>
          <p:cNvSpPr>
            <a:spLocks noChangeShapeType="1"/>
          </p:cNvSpPr>
          <p:nvPr/>
        </p:nvSpPr>
        <p:spPr bwMode="auto">
          <a:xfrm>
            <a:off x="457200" y="1143000"/>
            <a:ext cx="8229600" cy="0"/>
          </a:xfrm>
          <a:prstGeom prst="line">
            <a:avLst/>
          </a:prstGeom>
          <a:noFill/>
          <a:ln w="9525" cap="flat" cmpd="sng" algn="ctr">
            <a:solidFill>
              <a:schemeClr val="accent2"/>
            </a:solidFill>
            <a:prstDash val="dash"/>
            <a:round/>
            <a:headEnd type="none" w="med" len="med"/>
            <a:tailEnd type="none" w="med" len="med"/>
          </a:ln>
          <a:effectLst/>
        </p:spPr>
        <p:txBody>
          <a:bodyPr vert="horz" wrap="square" lIns="91440" tIns="45720" rIns="91440" bIns="45720" anchor="t" compatLnSpc="1"/>
          <a:lstStyle/>
          <a:p>
            <a:endParaRPr lang="en-US">
              <a:solidFill>
                <a:prstClr val="black"/>
              </a:solidFill>
            </a:endParaRPr>
          </a:p>
        </p:txBody>
      </p:sp>
      <p:sp>
        <p:nvSpPr>
          <p:cNvPr id="10" name="Isosceles Triangle 9"/>
          <p:cNvSpPr>
            <a:spLocks noChangeAspect="1"/>
          </p:cNvSpPr>
          <p:nvPr/>
        </p:nvSpPr>
        <p:spPr>
          <a:xfrm rot="5400000">
            <a:off x="419100" y="6467475"/>
            <a:ext cx="190849" cy="120314"/>
          </a:xfrm>
          <a:prstGeom prst="triangle">
            <a:avLst>
              <a:gd name="adj" fmla="val 50000"/>
            </a:avLst>
          </a:prstGeom>
          <a:solidFill>
            <a:schemeClr val="accent2"/>
          </a:solidFill>
          <a:ln w="254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a:endParaRPr lang="en-US">
              <a:solidFill>
                <a:prstClr val="white"/>
              </a:solidFill>
            </a:endParaRPr>
          </a:p>
        </p:txBody>
      </p:sp>
    </p:spTree>
    <p:extLst>
      <p:ext uri="{BB962C8B-B14F-4D97-AF65-F5344CB8AC3E}">
        <p14:creationId xmlns:p14="http://schemas.microsoft.com/office/powerpoint/2010/main" val="2212577266"/>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Lst>
  <p:txStyles>
    <p:titleStyle>
      <a:lvl1pPr algn="l" rtl="0" eaLnBrk="1" latinLnBrk="0" hangingPunct="1">
        <a:spcBef>
          <a:spcPct val="0"/>
        </a:spcBef>
        <a:buNone/>
        <a:defRPr kumimoji="0" sz="3200" kern="1200">
          <a:solidFill>
            <a:schemeClr val="tx2"/>
          </a:solidFill>
          <a:latin typeface="+mj-lt"/>
          <a:ea typeface="+mj-ea"/>
          <a:cs typeface="+mj-cs"/>
        </a:defRPr>
      </a:lvl1pPr>
    </p:titleStyle>
    <p:bodyStyle>
      <a:lvl1pPr marL="274320" indent="-274320" algn="l" rtl="0" eaLnBrk="1" latinLnBrk="0" hangingPunct="1">
        <a:spcBef>
          <a:spcPts val="600"/>
        </a:spcBef>
        <a:buClr>
          <a:schemeClr val="accent1"/>
        </a:buClr>
        <a:buSzPct val="76000"/>
        <a:buFont typeface="Wingdings 3"/>
        <a:buChar char=""/>
        <a:defRPr kumimoji="0" sz="2600" kern="1200">
          <a:solidFill>
            <a:schemeClr val="tx1"/>
          </a:solidFill>
          <a:latin typeface="+mn-lt"/>
          <a:ea typeface="+mn-ea"/>
          <a:cs typeface="+mn-cs"/>
        </a:defRPr>
      </a:lvl1pPr>
      <a:lvl2pPr marL="548640" indent="-274320" algn="l" rtl="0" eaLnBrk="1" latinLnBrk="0" hangingPunct="1">
        <a:spcBef>
          <a:spcPts val="500"/>
        </a:spcBef>
        <a:buClr>
          <a:schemeClr val="accent2"/>
        </a:buClr>
        <a:buSzPct val="76000"/>
        <a:buFont typeface="Wingdings 3"/>
        <a:buChar char=""/>
        <a:defRPr kumimoji="0" sz="2300" kern="1200">
          <a:solidFill>
            <a:schemeClr val="tx2"/>
          </a:solidFill>
          <a:latin typeface="+mn-lt"/>
          <a:ea typeface="+mn-ea"/>
          <a:cs typeface="+mn-cs"/>
        </a:defRPr>
      </a:lvl2pPr>
      <a:lvl3pPr marL="822960" indent="-228600" algn="l" rtl="0" eaLnBrk="1" latinLnBrk="0" hangingPunct="1">
        <a:spcBef>
          <a:spcPts val="500"/>
        </a:spcBef>
        <a:buClr>
          <a:schemeClr val="bg1">
            <a:shade val="50000"/>
          </a:schemeClr>
        </a:buClr>
        <a:buSzPct val="76000"/>
        <a:buFont typeface="Wingdings 3"/>
        <a:buChar char=""/>
        <a:defRPr kumimoji="0" sz="2000" kern="1200">
          <a:solidFill>
            <a:schemeClr val="tx1"/>
          </a:solidFill>
          <a:latin typeface="+mn-lt"/>
          <a:ea typeface="+mn-ea"/>
          <a:cs typeface="+mn-cs"/>
        </a:defRPr>
      </a:lvl3pPr>
      <a:lvl4pPr marL="1097280" indent="-228600" algn="l" rtl="0" eaLnBrk="1" latinLnBrk="0" hangingPunct="1">
        <a:spcBef>
          <a:spcPts val="400"/>
        </a:spcBef>
        <a:buClr>
          <a:schemeClr val="accent2">
            <a:shade val="75000"/>
          </a:schemeClr>
        </a:buClr>
        <a:buSzPct val="70000"/>
        <a:buFont typeface="Wingdings"/>
        <a:buChar char=""/>
        <a:defRPr kumimoji="0" sz="1800" kern="1200">
          <a:solidFill>
            <a:schemeClr val="tx1"/>
          </a:solidFill>
          <a:latin typeface="+mn-lt"/>
          <a:ea typeface="+mn-ea"/>
          <a:cs typeface="+mn-cs"/>
        </a:defRPr>
      </a:lvl4pPr>
      <a:lvl5pPr marL="1371600" indent="-228600" algn="l" rtl="0" eaLnBrk="1" latinLnBrk="0" hangingPunct="1">
        <a:spcBef>
          <a:spcPts val="300"/>
        </a:spcBef>
        <a:buClr>
          <a:schemeClr val="accent2"/>
        </a:buClr>
        <a:buSzPct val="70000"/>
        <a:buFont typeface="Wingdings"/>
        <a:buChar char=""/>
        <a:defRPr kumimoji="0" sz="1600" kern="1200">
          <a:solidFill>
            <a:schemeClr val="tx1"/>
          </a:solidFill>
          <a:latin typeface="+mn-lt"/>
          <a:ea typeface="+mn-ea"/>
          <a:cs typeface="+mn-cs"/>
        </a:defRPr>
      </a:lvl5pPr>
      <a:lvl6pPr marL="1645920" indent="-182880" algn="l" rtl="0" eaLnBrk="1" latinLnBrk="0" hangingPunct="1">
        <a:spcBef>
          <a:spcPts val="300"/>
        </a:spcBef>
        <a:buClr>
          <a:srgbClr val="9FB8CD">
            <a:shade val="75000"/>
          </a:srgbClr>
        </a:buClr>
        <a:buSzPct val="75000"/>
        <a:buFont typeface="Wingdings 3"/>
        <a:buChar char=""/>
        <a:defRPr kumimoji="0" lang="en-US" sz="1600" kern="1200" smtClean="0">
          <a:solidFill>
            <a:schemeClr val="tx1"/>
          </a:solidFill>
          <a:latin typeface="+mn-lt"/>
          <a:ea typeface="+mn-ea"/>
          <a:cs typeface="+mn-cs"/>
        </a:defRPr>
      </a:lvl6pPr>
      <a:lvl7pPr marL="1828800" indent="-182880" algn="l" rtl="0" eaLnBrk="1" latinLnBrk="0" hangingPunct="1">
        <a:spcBef>
          <a:spcPts val="300"/>
        </a:spcBef>
        <a:buClr>
          <a:srgbClr val="727CA3">
            <a:shade val="75000"/>
          </a:srgbClr>
        </a:buClr>
        <a:buSzPct val="75000"/>
        <a:buFont typeface="Wingdings 3"/>
        <a:buChar char=""/>
        <a:defRPr kumimoji="0" lang="en-US" sz="1400" kern="1200" smtClean="0">
          <a:solidFill>
            <a:schemeClr val="tx1"/>
          </a:solidFill>
          <a:latin typeface="+mn-lt"/>
          <a:ea typeface="+mn-ea"/>
          <a:cs typeface="+mn-cs"/>
        </a:defRPr>
      </a:lvl7pPr>
      <a:lvl8pPr marL="2011680" indent="-182880" algn="l" rtl="0" eaLnBrk="1" latinLnBrk="0" hangingPunct="1">
        <a:spcBef>
          <a:spcPts val="300"/>
        </a:spcBef>
        <a:buClr>
          <a:prstClr val="white">
            <a:shade val="50000"/>
          </a:prstClr>
        </a:buClr>
        <a:buSzPct val="75000"/>
        <a:buFont typeface="Wingdings 3"/>
        <a:buChar char=""/>
        <a:defRPr kumimoji="0" lang="en-US" sz="1400" kern="1200" smtClean="0">
          <a:solidFill>
            <a:schemeClr val="tx1"/>
          </a:solidFill>
          <a:latin typeface="+mn-lt"/>
          <a:ea typeface="+mn-ea"/>
          <a:cs typeface="+mn-cs"/>
        </a:defRPr>
      </a:lvl8pPr>
      <a:lvl9pPr marL="2194560" indent="-182880" algn="l" rtl="0" eaLnBrk="1" latinLnBrk="0" hangingPunct="1">
        <a:spcBef>
          <a:spcPts val="300"/>
        </a:spcBef>
        <a:buClr>
          <a:srgbClr val="9FB8CD"/>
        </a:buClr>
        <a:buSzPct val="75000"/>
        <a:buFont typeface="Wingdings 3"/>
        <a:buChar char=""/>
        <a:defRPr kumimoji="0" lang="en-US" sz="1200" kern="1200" smtClean="0">
          <a:solidFill>
            <a:schemeClr val="tx1"/>
          </a:solidFill>
          <a:latin typeface="+mn-lt"/>
          <a:ea typeface="+mn-ea"/>
          <a:cs typeface="+mn-cs"/>
        </a:defRPr>
      </a:lvl9pPr>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hyperlink" Target="http://www.imom.com/printable_categories/contracts/#.XXEBvKJWXhz" TargetMode="Externa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Title 3"/>
          <p:cNvSpPr>
            <a:spLocks noGrp="1"/>
          </p:cNvSpPr>
          <p:nvPr>
            <p:ph type="ctrTitle"/>
          </p:nvPr>
        </p:nvSpPr>
        <p:spPr/>
        <p:txBody>
          <a:bodyPr>
            <a:normAutofit fontScale="90000"/>
          </a:bodyPr>
          <a:lstStyle/>
          <a:p>
            <a:pPr eaLnBrk="1" hangingPunct="1"/>
            <a:r>
              <a:rPr lang="en-US" altLang="en-US" dirty="0"/>
              <a:t>Class 3: Consideration and Formalities</a:t>
            </a:r>
          </a:p>
        </p:txBody>
      </p:sp>
      <p:sp>
        <p:nvSpPr>
          <p:cNvPr id="10243" name="Subtitle 4"/>
          <p:cNvSpPr>
            <a:spLocks noGrp="1"/>
          </p:cNvSpPr>
          <p:nvPr>
            <p:ph type="subTitle" idx="1"/>
          </p:nvPr>
        </p:nvSpPr>
        <p:spPr/>
        <p:txBody>
          <a:bodyPr>
            <a:normAutofit/>
          </a:bodyPr>
          <a:lstStyle/>
          <a:p>
            <a:pPr eaLnBrk="1" fontAlgn="auto" hangingPunct="1">
              <a:spcAft>
                <a:spcPts val="0"/>
              </a:spcAft>
              <a:buFont typeface="Wingdings 3"/>
              <a:buNone/>
              <a:defRPr/>
            </a:pPr>
            <a:endParaRPr lang="en-US"/>
          </a:p>
        </p:txBody>
      </p:sp>
    </p:spTree>
    <p:extLst>
      <p:ext uri="{BB962C8B-B14F-4D97-AF65-F5344CB8AC3E}">
        <p14:creationId xmlns:p14="http://schemas.microsoft.com/office/powerpoint/2010/main" val="164755891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Title 1"/>
          <p:cNvSpPr>
            <a:spLocks noGrp="1"/>
          </p:cNvSpPr>
          <p:nvPr>
            <p:ph type="title"/>
          </p:nvPr>
        </p:nvSpPr>
        <p:spPr/>
        <p:txBody>
          <a:bodyPr/>
          <a:lstStyle/>
          <a:p>
            <a:pPr eaLnBrk="1" hangingPunct="1"/>
            <a:r>
              <a:rPr lang="en-US" altLang="en-US"/>
              <a:t>Topics</a:t>
            </a:r>
          </a:p>
        </p:txBody>
      </p:sp>
      <p:sp>
        <p:nvSpPr>
          <p:cNvPr id="10243" name="Content Placeholder 2"/>
          <p:cNvSpPr>
            <a:spLocks noGrp="1"/>
          </p:cNvSpPr>
          <p:nvPr>
            <p:ph sz="quarter" idx="1"/>
          </p:nvPr>
        </p:nvSpPr>
        <p:spPr>
          <a:xfrm>
            <a:off x="457200" y="1219200"/>
            <a:ext cx="8229600" cy="4937125"/>
          </a:xfrm>
        </p:spPr>
        <p:txBody>
          <a:bodyPr/>
          <a:lstStyle/>
          <a:p>
            <a:pPr eaLnBrk="1" hangingPunct="1"/>
            <a:r>
              <a:rPr lang="en-US" altLang="en-US" dirty="0"/>
              <a:t>Recap</a:t>
            </a:r>
          </a:p>
          <a:p>
            <a:pPr eaLnBrk="1" hangingPunct="1"/>
            <a:r>
              <a:rPr lang="en-US" altLang="en-US" dirty="0"/>
              <a:t>Overview of requirements for formation and enforceability</a:t>
            </a:r>
          </a:p>
          <a:p>
            <a:pPr eaLnBrk="1" hangingPunct="1"/>
            <a:r>
              <a:rPr lang="en-US" altLang="en-US" dirty="0"/>
              <a:t>Consideration</a:t>
            </a:r>
          </a:p>
          <a:p>
            <a:pPr lvl="1"/>
            <a:r>
              <a:rPr lang="en-US" altLang="en-US" dirty="0"/>
              <a:t>What is consideration?</a:t>
            </a:r>
          </a:p>
          <a:p>
            <a:pPr lvl="1"/>
            <a:r>
              <a:rPr lang="en-US" altLang="en-US" dirty="0"/>
              <a:t>When does the requirement of consideration matter?</a:t>
            </a:r>
          </a:p>
          <a:p>
            <a:pPr lvl="1"/>
            <a:r>
              <a:rPr lang="en-US" altLang="en-US" dirty="0"/>
              <a:t>Why consideration?</a:t>
            </a:r>
          </a:p>
          <a:p>
            <a:r>
              <a:rPr lang="en-US" altLang="en-US" dirty="0"/>
              <a:t>Formalities</a:t>
            </a:r>
          </a:p>
          <a:p>
            <a:pPr eaLnBrk="1" hangingPunct="1"/>
            <a:endParaRPr lang="en-US" altLang="en-US" dirty="0"/>
          </a:p>
        </p:txBody>
      </p:sp>
    </p:spTree>
    <p:extLst>
      <p:ext uri="{BB962C8B-B14F-4D97-AF65-F5344CB8AC3E}">
        <p14:creationId xmlns:p14="http://schemas.microsoft.com/office/powerpoint/2010/main" val="230812250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Title 4"/>
          <p:cNvSpPr>
            <a:spLocks noGrp="1"/>
          </p:cNvSpPr>
          <p:nvPr>
            <p:ph type="title"/>
          </p:nvPr>
        </p:nvSpPr>
        <p:spPr/>
        <p:txBody>
          <a:bodyPr/>
          <a:lstStyle/>
          <a:p>
            <a:r>
              <a:rPr lang="en-US" altLang="en-US" dirty="0"/>
              <a:t>Recap</a:t>
            </a:r>
          </a:p>
        </p:txBody>
      </p:sp>
      <p:sp>
        <p:nvSpPr>
          <p:cNvPr id="11267" name="Content Placeholder 5"/>
          <p:cNvSpPr>
            <a:spLocks noGrp="1"/>
          </p:cNvSpPr>
          <p:nvPr>
            <p:ph sz="quarter" idx="1"/>
          </p:nvPr>
        </p:nvSpPr>
        <p:spPr>
          <a:xfrm>
            <a:off x="457200" y="1219200"/>
            <a:ext cx="8229600" cy="4937125"/>
          </a:xfrm>
        </p:spPr>
        <p:txBody>
          <a:bodyPr/>
          <a:lstStyle/>
          <a:p>
            <a:pPr marL="0" indent="0">
              <a:buNone/>
            </a:pPr>
            <a:r>
              <a:rPr lang="en-US" altLang="en-US" dirty="0"/>
              <a:t>Key questions:</a:t>
            </a:r>
          </a:p>
          <a:p>
            <a:r>
              <a:rPr lang="en-US" altLang="en-US" dirty="0"/>
              <a:t>Is there an enforceable promise?</a:t>
            </a:r>
          </a:p>
          <a:p>
            <a:pPr lvl="1"/>
            <a:r>
              <a:rPr lang="en-US" altLang="en-US" dirty="0"/>
              <a:t>Hawkins, Sullivan</a:t>
            </a:r>
          </a:p>
          <a:p>
            <a:r>
              <a:rPr lang="en-US" altLang="en-US" dirty="0"/>
              <a:t>Has it been breached?</a:t>
            </a:r>
          </a:p>
          <a:p>
            <a:pPr lvl="1"/>
            <a:r>
              <a:rPr lang="en-US" altLang="en-US" dirty="0" err="1"/>
              <a:t>Bayliner</a:t>
            </a:r>
            <a:r>
              <a:rPr lang="en-US" altLang="en-US" dirty="0"/>
              <a:t>, US Naval Institute</a:t>
            </a:r>
          </a:p>
          <a:p>
            <a:r>
              <a:rPr lang="en-US" altLang="en-US" dirty="0"/>
              <a:t>Has performance been excused?</a:t>
            </a:r>
          </a:p>
          <a:p>
            <a:pPr lvl="1"/>
            <a:r>
              <a:rPr lang="en-US" altLang="en-US" dirty="0"/>
              <a:t>Morris</a:t>
            </a:r>
          </a:p>
          <a:p>
            <a:r>
              <a:rPr lang="en-US" altLang="en-US" dirty="0"/>
              <a:t>How should it be enforced?</a:t>
            </a:r>
          </a:p>
          <a:p>
            <a:pPr lvl="1"/>
            <a:r>
              <a:rPr lang="en-US" altLang="en-US" dirty="0"/>
              <a:t>Hawkins, Sullivan, Morris, White</a:t>
            </a:r>
          </a:p>
          <a:p>
            <a:pPr marL="274320" lvl="1" indent="0">
              <a:buNone/>
            </a:pPr>
            <a:endParaRPr lang="en-US" altLang="en-US" dirty="0"/>
          </a:p>
        </p:txBody>
      </p:sp>
    </p:spTree>
    <p:extLst>
      <p:ext uri="{BB962C8B-B14F-4D97-AF65-F5344CB8AC3E}">
        <p14:creationId xmlns:p14="http://schemas.microsoft.com/office/powerpoint/2010/main" val="3718197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Title 1"/>
          <p:cNvSpPr>
            <a:spLocks noGrp="1"/>
          </p:cNvSpPr>
          <p:nvPr>
            <p:ph type="title"/>
          </p:nvPr>
        </p:nvSpPr>
        <p:spPr/>
        <p:txBody>
          <a:bodyPr>
            <a:normAutofit/>
          </a:bodyPr>
          <a:lstStyle/>
          <a:p>
            <a:r>
              <a:rPr lang="en-US" sz="2900" dirty="0"/>
              <a:t>The economics </a:t>
            </a:r>
            <a:r>
              <a:rPr lang="en-US" sz="2900"/>
              <a:t>of US Naval </a:t>
            </a:r>
            <a:r>
              <a:rPr lang="en-US" sz="2900" dirty="0"/>
              <a:t>Institute</a:t>
            </a:r>
          </a:p>
        </p:txBody>
      </p:sp>
      <p:sp>
        <p:nvSpPr>
          <p:cNvPr id="28675" name="Content Placeholder 2"/>
          <p:cNvSpPr>
            <a:spLocks noGrp="1"/>
          </p:cNvSpPr>
          <p:nvPr>
            <p:ph sz="quarter" idx="1"/>
          </p:nvPr>
        </p:nvSpPr>
        <p:spPr>
          <a:xfrm>
            <a:off x="457200" y="1219200"/>
            <a:ext cx="8229600" cy="4937125"/>
          </a:xfrm>
        </p:spPr>
        <p:txBody>
          <a:bodyPr/>
          <a:lstStyle/>
          <a:p>
            <a:pPr marL="0" indent="0">
              <a:buNone/>
            </a:pPr>
            <a:r>
              <a:rPr lang="en-US" dirty="0"/>
              <a:t>Assume:</a:t>
            </a:r>
          </a:p>
          <a:p>
            <a:r>
              <a:rPr lang="en-US" dirty="0"/>
              <a:t>Profits from breach &gt; $100,000</a:t>
            </a:r>
          </a:p>
          <a:p>
            <a:r>
              <a:rPr lang="en-US" dirty="0"/>
              <a:t>Damages &lt; $40,000</a:t>
            </a:r>
          </a:p>
          <a:p>
            <a:endParaRPr lang="en-US" dirty="0"/>
          </a:p>
          <a:p>
            <a:pPr marL="0" indent="0">
              <a:buNone/>
            </a:pPr>
            <a:r>
              <a:rPr lang="en-US" dirty="0"/>
              <a:t>Is this an efficient breach, i.e. one that leaves the promisor better off and the </a:t>
            </a:r>
            <a:r>
              <a:rPr lang="en-US" dirty="0" err="1"/>
              <a:t>promisee</a:t>
            </a:r>
            <a:r>
              <a:rPr lang="en-US" dirty="0"/>
              <a:t> no worse off?</a:t>
            </a:r>
          </a:p>
          <a:p>
            <a:pPr marL="0" indent="0">
              <a:buNone/>
            </a:pPr>
            <a:endParaRPr lang="en-US" dirty="0"/>
          </a:p>
          <a:p>
            <a:pPr marL="0" indent="0">
              <a:buNone/>
            </a:pPr>
            <a:r>
              <a:rPr lang="en-US" dirty="0"/>
              <a:t>Would you advise Berkley to breach?</a:t>
            </a:r>
          </a:p>
          <a:p>
            <a:pPr marL="0" indent="0">
              <a:buNone/>
            </a:pPr>
            <a:endParaRPr lang="en-US" dirty="0"/>
          </a:p>
          <a:p>
            <a:pPr marL="0" indent="0">
              <a:buNone/>
            </a:pPr>
            <a:endParaRPr lang="en-US" dirty="0"/>
          </a:p>
          <a:p>
            <a:pPr marL="0" indent="0">
              <a:buNone/>
            </a:pPr>
            <a:endParaRPr lang="en-US" dirty="0"/>
          </a:p>
          <a:p>
            <a:endParaRPr lang="en-US" dirty="0"/>
          </a:p>
        </p:txBody>
      </p:sp>
    </p:spTree>
    <p:extLst>
      <p:ext uri="{BB962C8B-B14F-4D97-AF65-F5344CB8AC3E}">
        <p14:creationId xmlns:p14="http://schemas.microsoft.com/office/powerpoint/2010/main" val="322656799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NY Rules of Professional Conduct</a:t>
            </a:r>
          </a:p>
        </p:txBody>
      </p:sp>
      <p:sp>
        <p:nvSpPr>
          <p:cNvPr id="3" name="Content Placeholder 2"/>
          <p:cNvSpPr>
            <a:spLocks noGrp="1"/>
          </p:cNvSpPr>
          <p:nvPr>
            <p:ph sz="quarter" idx="1"/>
          </p:nvPr>
        </p:nvSpPr>
        <p:spPr/>
        <p:txBody>
          <a:bodyPr>
            <a:normAutofit fontScale="92500" lnSpcReduction="20000"/>
          </a:bodyPr>
          <a:lstStyle/>
          <a:p>
            <a:pPr marL="0" indent="0" algn="just">
              <a:lnSpc>
                <a:spcPct val="120000"/>
              </a:lnSpc>
              <a:buNone/>
            </a:pPr>
            <a:r>
              <a:rPr lang="en-US" dirty="0"/>
              <a:t>Rule 1.2</a:t>
            </a:r>
          </a:p>
          <a:p>
            <a:pPr marL="0" indent="0" algn="just">
              <a:lnSpc>
                <a:spcPct val="120000"/>
              </a:lnSpc>
              <a:buNone/>
            </a:pPr>
            <a:r>
              <a:rPr lang="en-US" dirty="0"/>
              <a:t>(d) A lawyer shall not counsel a client to engage, or assist a client, in conduct that the lawyer knows is illegal or  fraudulent, except that the lawyer may discuss the legal consequences of any proposed course of conduct with a client.</a:t>
            </a:r>
          </a:p>
          <a:p>
            <a:pPr marL="0" indent="0" algn="just">
              <a:lnSpc>
                <a:spcPct val="120000"/>
              </a:lnSpc>
              <a:buNone/>
            </a:pPr>
            <a:endParaRPr lang="en-US" dirty="0"/>
          </a:p>
          <a:p>
            <a:pPr marL="0" indent="0" algn="just">
              <a:lnSpc>
                <a:spcPct val="120000"/>
              </a:lnSpc>
              <a:buNone/>
            </a:pPr>
            <a:r>
              <a:rPr lang="en-US" dirty="0"/>
              <a:t>Rule 2.1:</a:t>
            </a:r>
          </a:p>
          <a:p>
            <a:pPr marL="0" indent="0" algn="just">
              <a:lnSpc>
                <a:spcPct val="120000"/>
              </a:lnSpc>
              <a:buNone/>
            </a:pPr>
            <a:r>
              <a:rPr lang="en-US" dirty="0"/>
              <a:t>In representing a client, a lawyer shall exercise independent professional judgment and render candid advice. In rendering advice, a lawyer may refer not only to law but to other considerations such as moral, economic, social, psychological, and political factors that may be relevant to the client’s situation.</a:t>
            </a:r>
          </a:p>
        </p:txBody>
      </p:sp>
    </p:spTree>
    <p:extLst>
      <p:ext uri="{BB962C8B-B14F-4D97-AF65-F5344CB8AC3E}">
        <p14:creationId xmlns:p14="http://schemas.microsoft.com/office/powerpoint/2010/main" val="412268405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dirty="0"/>
              <a:t>Overview of requirements for formation and enforceability</a:t>
            </a:r>
          </a:p>
        </p:txBody>
      </p:sp>
      <p:sp>
        <p:nvSpPr>
          <p:cNvPr id="5" name="Text Placeholder 4"/>
          <p:cNvSpPr>
            <a:spLocks noGrp="1"/>
          </p:cNvSpPr>
          <p:nvPr>
            <p:ph type="body" idx="1"/>
          </p:nvPr>
        </p:nvSpPr>
        <p:spPr/>
        <p:txBody>
          <a:bodyPr/>
          <a:lstStyle/>
          <a:p>
            <a:endParaRPr lang="en-US"/>
          </a:p>
        </p:txBody>
      </p:sp>
    </p:spTree>
    <p:extLst>
      <p:ext uri="{BB962C8B-B14F-4D97-AF65-F5344CB8AC3E}">
        <p14:creationId xmlns:p14="http://schemas.microsoft.com/office/powerpoint/2010/main" val="88881767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Title 4"/>
          <p:cNvSpPr>
            <a:spLocks noGrp="1"/>
          </p:cNvSpPr>
          <p:nvPr>
            <p:ph type="title"/>
          </p:nvPr>
        </p:nvSpPr>
        <p:spPr/>
        <p:txBody>
          <a:bodyPr/>
          <a:lstStyle/>
          <a:p>
            <a:r>
              <a:rPr lang="en-US" altLang="en-US"/>
              <a:t>Key questions</a:t>
            </a:r>
          </a:p>
        </p:txBody>
      </p:sp>
      <p:sp>
        <p:nvSpPr>
          <p:cNvPr id="11267" name="Content Placeholder 5"/>
          <p:cNvSpPr>
            <a:spLocks noGrp="1"/>
          </p:cNvSpPr>
          <p:nvPr>
            <p:ph sz="quarter" idx="1"/>
          </p:nvPr>
        </p:nvSpPr>
        <p:spPr>
          <a:xfrm>
            <a:off x="457200" y="1219200"/>
            <a:ext cx="8229600" cy="4937125"/>
          </a:xfrm>
        </p:spPr>
        <p:txBody>
          <a:bodyPr/>
          <a:lstStyle/>
          <a:p>
            <a:r>
              <a:rPr lang="en-US" altLang="en-US" b="1" dirty="0"/>
              <a:t>Is there an enforceable promise?</a:t>
            </a:r>
          </a:p>
          <a:p>
            <a:r>
              <a:rPr lang="en-US" altLang="en-US" dirty="0"/>
              <a:t>Has it been breached?</a:t>
            </a:r>
          </a:p>
          <a:p>
            <a:r>
              <a:rPr lang="en-US" altLang="en-US" dirty="0"/>
              <a:t>Has performance been excused?</a:t>
            </a:r>
          </a:p>
          <a:p>
            <a:r>
              <a:rPr lang="en-US" altLang="en-US" dirty="0"/>
              <a:t>How should it be enforced?</a:t>
            </a:r>
          </a:p>
        </p:txBody>
      </p:sp>
    </p:spTree>
    <p:extLst>
      <p:ext uri="{BB962C8B-B14F-4D97-AF65-F5344CB8AC3E}">
        <p14:creationId xmlns:p14="http://schemas.microsoft.com/office/powerpoint/2010/main" val="419917315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Title 1"/>
          <p:cNvSpPr>
            <a:spLocks noGrp="1"/>
          </p:cNvSpPr>
          <p:nvPr>
            <p:ph type="title"/>
          </p:nvPr>
        </p:nvSpPr>
        <p:spPr/>
        <p:txBody>
          <a:bodyPr/>
          <a:lstStyle/>
          <a:p>
            <a:r>
              <a:rPr lang="en-US" altLang="en-US" dirty="0"/>
              <a:t>Overview of requirements for formation</a:t>
            </a:r>
          </a:p>
        </p:txBody>
      </p:sp>
      <p:sp>
        <p:nvSpPr>
          <p:cNvPr id="12291" name="Content Placeholder 2"/>
          <p:cNvSpPr>
            <a:spLocks noGrp="1"/>
          </p:cNvSpPr>
          <p:nvPr>
            <p:ph sz="quarter" idx="1"/>
          </p:nvPr>
        </p:nvSpPr>
        <p:spPr>
          <a:xfrm>
            <a:off x="457200" y="1219200"/>
            <a:ext cx="8686800" cy="5105400"/>
          </a:xfrm>
        </p:spPr>
        <p:txBody>
          <a:bodyPr>
            <a:normAutofit lnSpcReduction="10000"/>
          </a:bodyPr>
          <a:lstStyle/>
          <a:p>
            <a:r>
              <a:rPr lang="en-US" altLang="en-US" dirty="0"/>
              <a:t>Formation of a contract requires:</a:t>
            </a:r>
          </a:p>
          <a:p>
            <a:pPr lvl="1"/>
            <a:r>
              <a:rPr lang="en-US" altLang="en-US" dirty="0"/>
              <a:t>Offer and acceptance/mutual assent</a:t>
            </a:r>
          </a:p>
          <a:p>
            <a:pPr lvl="1"/>
            <a:r>
              <a:rPr lang="en-US" altLang="en-US" dirty="0"/>
              <a:t>Consideration</a:t>
            </a:r>
          </a:p>
          <a:p>
            <a:pPr lvl="1"/>
            <a:r>
              <a:rPr lang="en-US" altLang="en-US" dirty="0"/>
              <a:t>Definiteness</a:t>
            </a:r>
          </a:p>
          <a:p>
            <a:r>
              <a:rPr lang="en-US" altLang="en-US" dirty="0"/>
              <a:t>Formalities are prerequisites to enforceability for some contracts. </a:t>
            </a:r>
          </a:p>
          <a:p>
            <a:r>
              <a:rPr lang="en-US" altLang="en-US" dirty="0"/>
              <a:t>Statutes sometimes permit formation without consideration. Formalities are usually required in these cases.</a:t>
            </a:r>
          </a:p>
          <a:p>
            <a:r>
              <a:rPr lang="en-US" altLang="en-US" dirty="0"/>
              <a:t>Promises without consideration may be enforced using the doctrine of promissory estoppel.</a:t>
            </a:r>
          </a:p>
          <a:p>
            <a:r>
              <a:rPr lang="en-US" altLang="en-US" dirty="0"/>
              <a:t>Promises without consideration may lead to liability in tort or restitution.</a:t>
            </a:r>
          </a:p>
          <a:p>
            <a:endParaRPr lang="en-US" altLang="en-US" dirty="0"/>
          </a:p>
          <a:p>
            <a:endParaRPr lang="en-US" altLang="en-US" dirty="0"/>
          </a:p>
        </p:txBody>
      </p:sp>
    </p:spTree>
    <p:extLst>
      <p:ext uri="{BB962C8B-B14F-4D97-AF65-F5344CB8AC3E}">
        <p14:creationId xmlns:p14="http://schemas.microsoft.com/office/powerpoint/2010/main" val="116772564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dirty="0"/>
              <a:t>Consideration</a:t>
            </a:r>
          </a:p>
        </p:txBody>
      </p:sp>
      <p:sp>
        <p:nvSpPr>
          <p:cNvPr id="5" name="Text Placeholder 4"/>
          <p:cNvSpPr>
            <a:spLocks noGrp="1"/>
          </p:cNvSpPr>
          <p:nvPr>
            <p:ph type="body" idx="1"/>
          </p:nvPr>
        </p:nvSpPr>
        <p:spPr/>
        <p:txBody>
          <a:bodyPr/>
          <a:lstStyle/>
          <a:p>
            <a:endParaRPr lang="en-US"/>
          </a:p>
        </p:txBody>
      </p:sp>
    </p:spTree>
    <p:extLst>
      <p:ext uri="{BB962C8B-B14F-4D97-AF65-F5344CB8AC3E}">
        <p14:creationId xmlns:p14="http://schemas.microsoft.com/office/powerpoint/2010/main" val="241162546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Rectangle 2"/>
          <p:cNvSpPr>
            <a:spLocks noGrp="1" noChangeArrowheads="1"/>
          </p:cNvSpPr>
          <p:nvPr>
            <p:ph type="title"/>
          </p:nvPr>
        </p:nvSpPr>
        <p:spPr/>
        <p:txBody>
          <a:bodyPr/>
          <a:lstStyle/>
          <a:p>
            <a:pPr eaLnBrk="1" hangingPunct="1"/>
            <a:r>
              <a:rPr lang="en-US" altLang="en-US"/>
              <a:t>What is consideration?</a:t>
            </a:r>
          </a:p>
        </p:txBody>
      </p:sp>
      <p:sp>
        <p:nvSpPr>
          <p:cNvPr id="13315" name="Rectangle 3"/>
          <p:cNvSpPr>
            <a:spLocks noGrp="1" noChangeArrowheads="1"/>
          </p:cNvSpPr>
          <p:nvPr>
            <p:ph sz="quarter" idx="1"/>
          </p:nvPr>
        </p:nvSpPr>
        <p:spPr>
          <a:xfrm>
            <a:off x="457200" y="1219200"/>
            <a:ext cx="8229600" cy="4937125"/>
          </a:xfrm>
        </p:spPr>
        <p:txBody>
          <a:bodyPr/>
          <a:lstStyle/>
          <a:p>
            <a:pPr eaLnBrk="1" hangingPunct="1">
              <a:lnSpc>
                <a:spcPct val="90000"/>
              </a:lnSpc>
            </a:pPr>
            <a:r>
              <a:rPr lang="en-US" altLang="en-US" dirty="0"/>
              <a:t>Consideration is a</a:t>
            </a:r>
            <a:r>
              <a:rPr lang="en-US" altLang="en-US" sz="2800" dirty="0">
                <a:latin typeface="Times New Roman" pitchFamily="18" charset="0"/>
                <a:cs typeface="Times New Roman" pitchFamily="18" charset="0"/>
              </a:rPr>
              <a:t> </a:t>
            </a:r>
            <a:r>
              <a:rPr lang="en-US" altLang="en-US" sz="2800" i="1" dirty="0">
                <a:latin typeface="Times New Roman" pitchFamily="18" charset="0"/>
                <a:cs typeface="Times New Roman" pitchFamily="18" charset="0"/>
              </a:rPr>
              <a:t>performance</a:t>
            </a:r>
            <a:r>
              <a:rPr lang="en-US" altLang="en-US" sz="2800" dirty="0">
                <a:latin typeface="Times New Roman" pitchFamily="18" charset="0"/>
                <a:cs typeface="Times New Roman" pitchFamily="18" charset="0"/>
              </a:rPr>
              <a:t> or </a:t>
            </a:r>
            <a:r>
              <a:rPr lang="en-US" altLang="en-US" sz="2800" i="1" dirty="0">
                <a:latin typeface="Times New Roman" pitchFamily="18" charset="0"/>
                <a:cs typeface="Times New Roman" pitchFamily="18" charset="0"/>
              </a:rPr>
              <a:t>return promise </a:t>
            </a:r>
            <a:r>
              <a:rPr lang="en-US" altLang="en-US" sz="2800" dirty="0">
                <a:latin typeface="Times New Roman" pitchFamily="18" charset="0"/>
                <a:cs typeface="Times New Roman" pitchFamily="18" charset="0"/>
              </a:rPr>
              <a:t>that is “</a:t>
            </a:r>
            <a:r>
              <a:rPr lang="en-US" altLang="en-US" sz="2800" i="1" dirty="0">
                <a:latin typeface="Times New Roman" pitchFamily="18" charset="0"/>
                <a:cs typeface="Times New Roman" pitchFamily="18" charset="0"/>
              </a:rPr>
              <a:t>bargained for</a:t>
            </a:r>
            <a:r>
              <a:rPr lang="en-US" altLang="en-US" sz="2800" dirty="0">
                <a:latin typeface="Times New Roman" pitchFamily="18" charset="0"/>
                <a:cs typeface="Times New Roman" pitchFamily="18" charset="0"/>
              </a:rPr>
              <a:t>” by the promisor. </a:t>
            </a:r>
          </a:p>
          <a:p>
            <a:pPr eaLnBrk="1" hangingPunct="1">
              <a:lnSpc>
                <a:spcPct val="90000"/>
              </a:lnSpc>
            </a:pPr>
            <a:r>
              <a:rPr lang="en-US" altLang="en-US" sz="2800" dirty="0">
                <a:latin typeface="Times New Roman" pitchFamily="18" charset="0"/>
                <a:cs typeface="Times New Roman" pitchFamily="18" charset="0"/>
              </a:rPr>
              <a:t>Performance includes an act, a forbearance and the alteration of legal rights.</a:t>
            </a:r>
          </a:p>
          <a:p>
            <a:pPr eaLnBrk="1" hangingPunct="1">
              <a:spcBef>
                <a:spcPct val="0"/>
              </a:spcBef>
            </a:pPr>
            <a:r>
              <a:rPr lang="en-US" altLang="en-US" sz="2800" dirty="0">
                <a:latin typeface="Times New Roman" pitchFamily="18" charset="0"/>
                <a:cs typeface="Times New Roman" pitchFamily="18" charset="0"/>
              </a:rPr>
              <a:t>Something</a:t>
            </a:r>
            <a:r>
              <a:rPr lang="en-US" altLang="en-US" sz="2800" b="1" dirty="0">
                <a:latin typeface="Times New Roman" pitchFamily="18" charset="0"/>
                <a:cs typeface="Times New Roman" pitchFamily="18" charset="0"/>
              </a:rPr>
              <a:t> </a:t>
            </a:r>
            <a:r>
              <a:rPr lang="en-US" altLang="en-US" sz="2800" dirty="0">
                <a:latin typeface="Times New Roman" pitchFamily="18" charset="0"/>
                <a:cs typeface="Times New Roman" pitchFamily="18" charset="0"/>
              </a:rPr>
              <a:t>is bargained for if it appears to be:</a:t>
            </a:r>
          </a:p>
          <a:p>
            <a:pPr lvl="1" eaLnBrk="1" hangingPunct="1">
              <a:spcBef>
                <a:spcPct val="0"/>
              </a:spcBef>
            </a:pPr>
            <a:r>
              <a:rPr lang="en-US" altLang="en-US" sz="2500" i="1" dirty="0">
                <a:latin typeface="Times New Roman" pitchFamily="18" charset="0"/>
                <a:cs typeface="Times New Roman" pitchFamily="18" charset="0"/>
              </a:rPr>
              <a:t>sought by the promisor </a:t>
            </a:r>
            <a:r>
              <a:rPr lang="en-US" altLang="en-US" sz="2500" dirty="0">
                <a:latin typeface="Times New Roman" pitchFamily="18" charset="0"/>
                <a:cs typeface="Times New Roman" pitchFamily="18" charset="0"/>
              </a:rPr>
              <a:t>and</a:t>
            </a:r>
          </a:p>
          <a:p>
            <a:pPr lvl="1" eaLnBrk="1" hangingPunct="1">
              <a:spcBef>
                <a:spcPct val="0"/>
              </a:spcBef>
            </a:pPr>
            <a:r>
              <a:rPr lang="en-US" altLang="en-US" sz="2500" i="1" dirty="0">
                <a:latin typeface="Times New Roman" pitchFamily="18" charset="0"/>
                <a:cs typeface="Times New Roman" pitchFamily="18" charset="0"/>
              </a:rPr>
              <a:t>induced by the promise</a:t>
            </a:r>
            <a:r>
              <a:rPr lang="en-US" altLang="en-US" sz="2500" dirty="0">
                <a:latin typeface="Times New Roman" pitchFamily="18" charset="0"/>
                <a:cs typeface="Times New Roman" pitchFamily="18" charset="0"/>
              </a:rPr>
              <a:t>. </a:t>
            </a:r>
          </a:p>
          <a:p>
            <a:pPr eaLnBrk="1" hangingPunct="1">
              <a:lnSpc>
                <a:spcPct val="90000"/>
              </a:lnSpc>
            </a:pPr>
            <a:r>
              <a:rPr lang="en-US" altLang="en-US" sz="2800" dirty="0">
                <a:latin typeface="Times New Roman" pitchFamily="18" charset="0"/>
              </a:rPr>
              <a:t>Adequacy of consideration is arguably irrelevant. It is clear that there need not be equivalence in the values exchanged, but some courts have held that nominal consideration is insufficient.</a:t>
            </a:r>
            <a:endParaRPr lang="en-US" altLang="en-US" dirty="0"/>
          </a:p>
        </p:txBody>
      </p:sp>
    </p:spTree>
    <p:extLst>
      <p:ext uri="{BB962C8B-B14F-4D97-AF65-F5344CB8AC3E}">
        <p14:creationId xmlns:p14="http://schemas.microsoft.com/office/powerpoint/2010/main" val="285583855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Title 1"/>
          <p:cNvSpPr>
            <a:spLocks noGrp="1"/>
          </p:cNvSpPr>
          <p:nvPr>
            <p:ph type="title"/>
          </p:nvPr>
        </p:nvSpPr>
        <p:spPr/>
        <p:txBody>
          <a:bodyPr/>
          <a:lstStyle/>
          <a:p>
            <a:pPr eaLnBrk="1" hangingPunct="1"/>
            <a:r>
              <a:rPr lang="en-US" altLang="en-US"/>
              <a:t>When does consideration matter?</a:t>
            </a:r>
          </a:p>
        </p:txBody>
      </p:sp>
      <p:sp>
        <p:nvSpPr>
          <p:cNvPr id="3" name="Content Placeholder 2"/>
          <p:cNvSpPr>
            <a:spLocks noGrp="1"/>
          </p:cNvSpPr>
          <p:nvPr>
            <p:ph sz="quarter" idx="1"/>
          </p:nvPr>
        </p:nvSpPr>
        <p:spPr>
          <a:xfrm>
            <a:off x="457200" y="1219200"/>
            <a:ext cx="8229600" cy="4937125"/>
          </a:xfrm>
        </p:spPr>
        <p:txBody>
          <a:bodyPr/>
          <a:lstStyle/>
          <a:p>
            <a:pPr marL="0" indent="0" eaLnBrk="1" hangingPunct="1">
              <a:spcBef>
                <a:spcPts val="0"/>
              </a:spcBef>
              <a:spcAft>
                <a:spcPts val="0"/>
              </a:spcAft>
              <a:buFont typeface="Wingdings 3" pitchFamily="18" charset="2"/>
              <a:buNone/>
              <a:defRPr/>
            </a:pPr>
            <a:r>
              <a:rPr lang="en-US" sz="2800" dirty="0">
                <a:latin typeface="Times New Roman"/>
                <a:ea typeface="Times New Roman"/>
              </a:rPr>
              <a:t>A promise will lack consideration when:</a:t>
            </a:r>
          </a:p>
          <a:p>
            <a:pPr marL="0" indent="0" eaLnBrk="1" hangingPunct="1">
              <a:spcBef>
                <a:spcPts val="0"/>
              </a:spcBef>
              <a:spcAft>
                <a:spcPts val="0"/>
              </a:spcAft>
              <a:buFont typeface="Wingdings 3" pitchFamily="18" charset="2"/>
              <a:buNone/>
              <a:defRPr/>
            </a:pPr>
            <a:endParaRPr lang="en-US" sz="2800" dirty="0">
              <a:latin typeface="Times New Roman"/>
              <a:ea typeface="Times New Roman"/>
            </a:endParaRPr>
          </a:p>
          <a:p>
            <a:pPr eaLnBrk="1" hangingPunct="1">
              <a:spcBef>
                <a:spcPts val="0"/>
              </a:spcBef>
              <a:spcAft>
                <a:spcPts val="0"/>
              </a:spcAft>
              <a:defRPr/>
            </a:pPr>
            <a:r>
              <a:rPr lang="en-US" sz="2800" i="1" dirty="0">
                <a:latin typeface="Times New Roman"/>
                <a:ea typeface="Times New Roman"/>
              </a:rPr>
              <a:t>Nothing is given in return, </a:t>
            </a:r>
            <a:r>
              <a:rPr lang="en-US" sz="2800" dirty="0">
                <a:latin typeface="Times New Roman"/>
                <a:ea typeface="Times New Roman"/>
              </a:rPr>
              <a:t>e.g.: intra-familial gifts, charitable subscriptions, firm offers, contract modifications and, arguably, compromises and illusory promises.</a:t>
            </a:r>
          </a:p>
          <a:p>
            <a:pPr marL="0" indent="0" eaLnBrk="1" hangingPunct="1">
              <a:spcBef>
                <a:spcPts val="0"/>
              </a:spcBef>
              <a:spcAft>
                <a:spcPts val="0"/>
              </a:spcAft>
              <a:buFont typeface="Wingdings 3" pitchFamily="18" charset="2"/>
              <a:buNone/>
              <a:defRPr/>
            </a:pPr>
            <a:r>
              <a:rPr lang="en-US" sz="2800" dirty="0">
                <a:latin typeface="Times New Roman"/>
                <a:ea typeface="Times New Roman"/>
              </a:rPr>
              <a:t>or,</a:t>
            </a:r>
          </a:p>
          <a:p>
            <a:pPr eaLnBrk="1" hangingPunct="1">
              <a:spcBef>
                <a:spcPts val="0"/>
              </a:spcBef>
              <a:spcAft>
                <a:spcPts val="0"/>
              </a:spcAft>
              <a:defRPr/>
            </a:pPr>
            <a:r>
              <a:rPr lang="en-US" sz="2800" dirty="0">
                <a:latin typeface="Times New Roman"/>
                <a:ea typeface="Times New Roman"/>
              </a:rPr>
              <a:t>What is given in return either was </a:t>
            </a:r>
            <a:r>
              <a:rPr lang="en-US" sz="2800" i="1" dirty="0">
                <a:latin typeface="Times New Roman"/>
                <a:ea typeface="Times New Roman"/>
              </a:rPr>
              <a:t>not sought by the promisor</a:t>
            </a:r>
            <a:r>
              <a:rPr lang="en-US" sz="2800" dirty="0">
                <a:latin typeface="Times New Roman"/>
                <a:ea typeface="Times New Roman"/>
              </a:rPr>
              <a:t> or was </a:t>
            </a:r>
            <a:r>
              <a:rPr lang="en-US" sz="2800" i="1" dirty="0">
                <a:latin typeface="Times New Roman"/>
                <a:ea typeface="Times New Roman"/>
              </a:rPr>
              <a:t>not induced by the promise, </a:t>
            </a:r>
            <a:r>
              <a:rPr lang="en-US" sz="2800" dirty="0">
                <a:latin typeface="Times New Roman"/>
                <a:ea typeface="Times New Roman"/>
              </a:rPr>
              <a:t>e.g</a:t>
            </a:r>
            <a:r>
              <a:rPr lang="en-US" sz="2800" i="1" dirty="0">
                <a:latin typeface="Times New Roman"/>
                <a:ea typeface="Times New Roman"/>
              </a:rPr>
              <a:t>.</a:t>
            </a:r>
            <a:r>
              <a:rPr lang="en-US" sz="2800" b="1" dirty="0">
                <a:latin typeface="Times New Roman"/>
                <a:ea typeface="Times New Roman"/>
              </a:rPr>
              <a:t>: </a:t>
            </a:r>
            <a:r>
              <a:rPr lang="en-US" sz="2800" dirty="0">
                <a:latin typeface="Times New Roman"/>
                <a:ea typeface="Times New Roman"/>
              </a:rPr>
              <a:t>past consideration or rewards unknown to the promisee (the latter are also analyzed as failures of assent).</a:t>
            </a:r>
          </a:p>
        </p:txBody>
      </p:sp>
    </p:spTree>
    <p:extLst>
      <p:ext uri="{BB962C8B-B14F-4D97-AF65-F5344CB8AC3E}">
        <p14:creationId xmlns:p14="http://schemas.microsoft.com/office/powerpoint/2010/main" val="11478128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Title 1"/>
          <p:cNvSpPr>
            <a:spLocks noGrp="1"/>
          </p:cNvSpPr>
          <p:nvPr>
            <p:ph type="title"/>
          </p:nvPr>
        </p:nvSpPr>
        <p:spPr/>
        <p:txBody>
          <a:bodyPr/>
          <a:lstStyle/>
          <a:p>
            <a:pPr eaLnBrk="1" hangingPunct="1"/>
            <a:r>
              <a:rPr lang="en-US" altLang="en-US"/>
              <a:t>When does consideration matter?</a:t>
            </a:r>
          </a:p>
        </p:txBody>
      </p:sp>
      <p:sp>
        <p:nvSpPr>
          <p:cNvPr id="3" name="Content Placeholder 2"/>
          <p:cNvSpPr>
            <a:spLocks noGrp="1"/>
          </p:cNvSpPr>
          <p:nvPr>
            <p:ph sz="quarter" idx="1"/>
          </p:nvPr>
        </p:nvSpPr>
        <p:spPr>
          <a:xfrm>
            <a:off x="457200" y="1219200"/>
            <a:ext cx="8229600" cy="4937125"/>
          </a:xfrm>
        </p:spPr>
        <p:txBody>
          <a:bodyPr>
            <a:normAutofit lnSpcReduction="10000"/>
          </a:bodyPr>
          <a:lstStyle/>
          <a:p>
            <a:pPr marL="0" indent="0" eaLnBrk="1" hangingPunct="1">
              <a:spcBef>
                <a:spcPts val="0"/>
              </a:spcBef>
              <a:spcAft>
                <a:spcPts val="0"/>
              </a:spcAft>
              <a:buFont typeface="Wingdings 3" pitchFamily="18" charset="2"/>
              <a:buNone/>
              <a:defRPr/>
            </a:pPr>
            <a:r>
              <a:rPr lang="en-US" sz="2800" dirty="0">
                <a:latin typeface="Times New Roman"/>
                <a:ea typeface="Times New Roman"/>
              </a:rPr>
              <a:t>A promise will lack consideration when:*</a:t>
            </a:r>
          </a:p>
          <a:p>
            <a:pPr marL="0" indent="0" eaLnBrk="1" hangingPunct="1">
              <a:spcBef>
                <a:spcPts val="0"/>
              </a:spcBef>
              <a:spcAft>
                <a:spcPts val="0"/>
              </a:spcAft>
              <a:buFont typeface="Wingdings 3" pitchFamily="18" charset="2"/>
              <a:buNone/>
              <a:defRPr/>
            </a:pPr>
            <a:endParaRPr lang="en-US" sz="2800" dirty="0">
              <a:latin typeface="Times New Roman"/>
              <a:ea typeface="Times New Roman"/>
            </a:endParaRPr>
          </a:p>
          <a:p>
            <a:pPr eaLnBrk="1" hangingPunct="1">
              <a:spcBef>
                <a:spcPts val="0"/>
              </a:spcBef>
              <a:spcAft>
                <a:spcPts val="0"/>
              </a:spcAft>
              <a:defRPr/>
            </a:pPr>
            <a:r>
              <a:rPr lang="en-US" sz="2800" i="1" dirty="0">
                <a:latin typeface="Times New Roman"/>
                <a:ea typeface="Times New Roman"/>
              </a:rPr>
              <a:t>Nothing is given in return, </a:t>
            </a:r>
            <a:r>
              <a:rPr lang="en-US" sz="2800" dirty="0">
                <a:latin typeface="Times New Roman"/>
                <a:ea typeface="Times New Roman"/>
              </a:rPr>
              <a:t>e.g.: intra-familial gifts, charitable subscriptions, </a:t>
            </a:r>
            <a:r>
              <a:rPr lang="en-US" sz="2800" b="1" dirty="0">
                <a:latin typeface="Times New Roman"/>
                <a:ea typeface="Times New Roman"/>
              </a:rPr>
              <a:t>firm offers</a:t>
            </a:r>
            <a:r>
              <a:rPr lang="en-US" sz="2800" dirty="0">
                <a:latin typeface="Times New Roman"/>
                <a:ea typeface="Times New Roman"/>
              </a:rPr>
              <a:t>, </a:t>
            </a:r>
            <a:r>
              <a:rPr lang="en-US" sz="2800" b="1" dirty="0">
                <a:latin typeface="Times New Roman"/>
                <a:ea typeface="Times New Roman"/>
              </a:rPr>
              <a:t>contract modifications </a:t>
            </a:r>
            <a:r>
              <a:rPr lang="en-US" sz="2800" dirty="0">
                <a:latin typeface="Times New Roman"/>
                <a:ea typeface="Times New Roman"/>
              </a:rPr>
              <a:t>and, arguably, compromises and illusory promises.</a:t>
            </a:r>
          </a:p>
          <a:p>
            <a:pPr marL="0" indent="0" eaLnBrk="1" hangingPunct="1">
              <a:spcBef>
                <a:spcPts val="0"/>
              </a:spcBef>
              <a:spcAft>
                <a:spcPts val="0"/>
              </a:spcAft>
              <a:buFont typeface="Wingdings 3" pitchFamily="18" charset="2"/>
              <a:buNone/>
              <a:defRPr/>
            </a:pPr>
            <a:r>
              <a:rPr lang="en-US" sz="2800" dirty="0">
                <a:latin typeface="Times New Roman"/>
                <a:ea typeface="Times New Roman"/>
              </a:rPr>
              <a:t>or,</a:t>
            </a:r>
          </a:p>
          <a:p>
            <a:pPr eaLnBrk="1" hangingPunct="1">
              <a:spcBef>
                <a:spcPts val="0"/>
              </a:spcBef>
              <a:spcAft>
                <a:spcPts val="0"/>
              </a:spcAft>
              <a:defRPr/>
            </a:pPr>
            <a:r>
              <a:rPr lang="en-US" sz="2800" dirty="0">
                <a:latin typeface="Times New Roman"/>
                <a:ea typeface="Times New Roman"/>
              </a:rPr>
              <a:t>What is given in return either was </a:t>
            </a:r>
            <a:r>
              <a:rPr lang="en-US" sz="2800" i="1" dirty="0">
                <a:latin typeface="Times New Roman"/>
                <a:ea typeface="Times New Roman"/>
              </a:rPr>
              <a:t>not sought by the promisor</a:t>
            </a:r>
            <a:r>
              <a:rPr lang="en-US" sz="2800" dirty="0">
                <a:latin typeface="Times New Roman"/>
                <a:ea typeface="Times New Roman"/>
              </a:rPr>
              <a:t> or was </a:t>
            </a:r>
            <a:r>
              <a:rPr lang="en-US" sz="2800" i="1" dirty="0">
                <a:latin typeface="Times New Roman"/>
                <a:ea typeface="Times New Roman"/>
              </a:rPr>
              <a:t>not induced by the promise, </a:t>
            </a:r>
            <a:r>
              <a:rPr lang="en-US" sz="2800" dirty="0">
                <a:latin typeface="Times New Roman"/>
                <a:ea typeface="Times New Roman"/>
              </a:rPr>
              <a:t>e.g</a:t>
            </a:r>
            <a:r>
              <a:rPr lang="en-US" sz="2800" i="1" dirty="0">
                <a:latin typeface="Times New Roman"/>
                <a:ea typeface="Times New Roman"/>
              </a:rPr>
              <a:t>.</a:t>
            </a:r>
            <a:r>
              <a:rPr lang="en-US" sz="2800" b="1" dirty="0">
                <a:latin typeface="Times New Roman"/>
                <a:ea typeface="Times New Roman"/>
              </a:rPr>
              <a:t>: past consideration </a:t>
            </a:r>
            <a:r>
              <a:rPr lang="en-US" sz="2800" dirty="0">
                <a:latin typeface="Times New Roman"/>
                <a:ea typeface="Times New Roman"/>
              </a:rPr>
              <a:t>or </a:t>
            </a:r>
            <a:r>
              <a:rPr lang="en-US" sz="2800" b="1" dirty="0">
                <a:latin typeface="Times New Roman"/>
                <a:ea typeface="Times New Roman"/>
              </a:rPr>
              <a:t>rewards</a:t>
            </a:r>
            <a:r>
              <a:rPr lang="en-US" sz="2800" dirty="0">
                <a:latin typeface="Times New Roman"/>
                <a:ea typeface="Times New Roman"/>
              </a:rPr>
              <a:t> unknown to the promisee (the latter are also analyzed as failures of assent).</a:t>
            </a:r>
          </a:p>
        </p:txBody>
      </p:sp>
      <p:sp>
        <p:nvSpPr>
          <p:cNvPr id="15364" name="TextBox 1"/>
          <p:cNvSpPr txBox="1">
            <a:spLocks noChangeArrowheads="1"/>
          </p:cNvSpPr>
          <p:nvPr/>
        </p:nvSpPr>
        <p:spPr bwMode="auto">
          <a:xfrm>
            <a:off x="457200" y="5971381"/>
            <a:ext cx="8077200"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charset="0"/>
              </a:defRPr>
            </a:lvl1pPr>
            <a:lvl2pPr marL="742950" indent="-285750">
              <a:defRPr>
                <a:solidFill>
                  <a:schemeClr val="tx1"/>
                </a:solidFill>
                <a:latin typeface="Arial" charset="0"/>
              </a:defRPr>
            </a:lvl2pPr>
            <a:lvl3pPr marL="1143000" indent="-228600">
              <a:defRPr>
                <a:solidFill>
                  <a:schemeClr val="tx1"/>
                </a:solidFill>
                <a:latin typeface="Arial" charset="0"/>
              </a:defRPr>
            </a:lvl3pPr>
            <a:lvl4pPr marL="1600200" indent="-228600">
              <a:defRPr>
                <a:solidFill>
                  <a:schemeClr val="tx1"/>
                </a:solidFill>
                <a:latin typeface="Arial" charset="0"/>
              </a:defRPr>
            </a:lvl4pPr>
            <a:lvl5pPr marL="2057400" indent="-22860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r>
              <a:rPr lang="en-US" altLang="en-US" dirty="0">
                <a:solidFill>
                  <a:prstClr val="black"/>
                </a:solidFill>
                <a:latin typeface="Times New Roman" pitchFamily="18" charset="0"/>
                <a:cs typeface="Times New Roman" pitchFamily="18" charset="0"/>
              </a:rPr>
              <a:t>* Promises in bold may be enforceable under the New York General Obligations Law.</a:t>
            </a:r>
          </a:p>
        </p:txBody>
      </p:sp>
    </p:spTree>
    <p:extLst>
      <p:ext uri="{BB962C8B-B14F-4D97-AF65-F5344CB8AC3E}">
        <p14:creationId xmlns:p14="http://schemas.microsoft.com/office/powerpoint/2010/main" val="380980947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Title 1"/>
          <p:cNvSpPr>
            <a:spLocks noGrp="1"/>
          </p:cNvSpPr>
          <p:nvPr>
            <p:ph type="title"/>
          </p:nvPr>
        </p:nvSpPr>
        <p:spPr/>
        <p:txBody>
          <a:bodyPr/>
          <a:lstStyle/>
          <a:p>
            <a:r>
              <a:rPr lang="en-US" altLang="en-US" dirty="0"/>
              <a:t>Hamer v. </a:t>
            </a:r>
            <a:r>
              <a:rPr lang="en-US" altLang="en-US" dirty="0" err="1"/>
              <a:t>Sidway</a:t>
            </a:r>
            <a:r>
              <a:rPr lang="en-US" altLang="en-US" dirty="0"/>
              <a:t> </a:t>
            </a:r>
            <a:r>
              <a:rPr lang="en-US" altLang="en-US"/>
              <a:t>(54)</a:t>
            </a:r>
            <a:endParaRPr lang="en-US" altLang="en-US" dirty="0"/>
          </a:p>
        </p:txBody>
      </p:sp>
      <p:sp>
        <p:nvSpPr>
          <p:cNvPr id="16387" name="Content Placeholder 2"/>
          <p:cNvSpPr>
            <a:spLocks noGrp="1"/>
          </p:cNvSpPr>
          <p:nvPr>
            <p:ph sz="quarter" idx="1"/>
          </p:nvPr>
        </p:nvSpPr>
        <p:spPr>
          <a:xfrm>
            <a:off x="457200" y="1219200"/>
            <a:ext cx="8229600" cy="4937125"/>
          </a:xfrm>
        </p:spPr>
        <p:txBody>
          <a:bodyPr>
            <a:normAutofit/>
          </a:bodyPr>
          <a:lstStyle/>
          <a:p>
            <a:r>
              <a:rPr lang="en-US" altLang="en-US" dirty="0"/>
              <a:t>Who are Hamer and </a:t>
            </a:r>
            <a:r>
              <a:rPr lang="en-US" altLang="en-US" dirty="0" err="1"/>
              <a:t>Sidway</a:t>
            </a:r>
            <a:r>
              <a:rPr lang="en-US" altLang="en-US" dirty="0"/>
              <a:t>?</a:t>
            </a:r>
          </a:p>
          <a:p>
            <a:r>
              <a:rPr lang="en-US" altLang="en-US" dirty="0"/>
              <a:t>What was the purported consideration for the uncle’s promise?</a:t>
            </a:r>
          </a:p>
          <a:p>
            <a:pPr lvl="1"/>
            <a:r>
              <a:rPr lang="en-US" altLang="en-US" dirty="0"/>
              <a:t>What if the uncle had discovered his nephew drinking at age 18? Could he sue?</a:t>
            </a:r>
          </a:p>
          <a:p>
            <a:r>
              <a:rPr lang="en-US" altLang="en-US" dirty="0"/>
              <a:t>What did the court conclude?</a:t>
            </a:r>
          </a:p>
          <a:p>
            <a:r>
              <a:rPr lang="en-US" altLang="en-US" dirty="0"/>
              <a:t>What would a modern court conclude?</a:t>
            </a:r>
          </a:p>
          <a:p>
            <a:r>
              <a:rPr lang="en-US" altLang="en-US" dirty="0"/>
              <a:t>What are the arguments for and against enforcing the uncle’s promise?</a:t>
            </a:r>
          </a:p>
          <a:p>
            <a:r>
              <a:rPr lang="en-US" altLang="en-US" dirty="0"/>
              <a:t>What are the arguments for and against enforcing </a:t>
            </a:r>
            <a:r>
              <a:rPr lang="en-US" altLang="en-US" dirty="0">
                <a:hlinkClick r:id="rId2"/>
              </a:rPr>
              <a:t>intra-familial promises</a:t>
            </a:r>
            <a:r>
              <a:rPr lang="en-US" altLang="en-US" dirty="0"/>
              <a:t>?</a:t>
            </a:r>
          </a:p>
          <a:p>
            <a:endParaRPr lang="en-US" altLang="en-US" dirty="0"/>
          </a:p>
          <a:p>
            <a:endParaRPr lang="en-US" altLang="en-US" dirty="0"/>
          </a:p>
          <a:p>
            <a:endParaRPr lang="en-US" altLang="en-US" dirty="0"/>
          </a:p>
        </p:txBody>
      </p:sp>
    </p:spTree>
    <p:extLst>
      <p:ext uri="{BB962C8B-B14F-4D97-AF65-F5344CB8AC3E}">
        <p14:creationId xmlns:p14="http://schemas.microsoft.com/office/powerpoint/2010/main" val="346936255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Title 1"/>
          <p:cNvSpPr>
            <a:spLocks noGrp="1"/>
          </p:cNvSpPr>
          <p:nvPr>
            <p:ph type="title"/>
          </p:nvPr>
        </p:nvSpPr>
        <p:spPr/>
        <p:txBody>
          <a:bodyPr/>
          <a:lstStyle/>
          <a:p>
            <a:pPr eaLnBrk="1" hangingPunct="1"/>
            <a:r>
              <a:rPr lang="en-US" altLang="en-US"/>
              <a:t>Why consideration?</a:t>
            </a:r>
          </a:p>
        </p:txBody>
      </p:sp>
      <p:sp>
        <p:nvSpPr>
          <p:cNvPr id="15363" name="Content Placeholder 2"/>
          <p:cNvSpPr>
            <a:spLocks noGrp="1"/>
          </p:cNvSpPr>
          <p:nvPr>
            <p:ph sz="quarter" idx="1"/>
          </p:nvPr>
        </p:nvSpPr>
        <p:spPr>
          <a:xfrm>
            <a:off x="457200" y="1219200"/>
            <a:ext cx="8229600" cy="4937125"/>
          </a:xfrm>
        </p:spPr>
        <p:txBody>
          <a:bodyPr/>
          <a:lstStyle/>
          <a:p>
            <a:pPr eaLnBrk="1" hangingPunct="1">
              <a:defRPr/>
            </a:pPr>
            <a:r>
              <a:rPr lang="en-US" dirty="0"/>
              <a:t>Consideration ensures that the transaction is efficient?</a:t>
            </a:r>
          </a:p>
          <a:p>
            <a:pPr eaLnBrk="1" hangingPunct="1">
              <a:defRPr/>
            </a:pPr>
            <a:r>
              <a:rPr lang="en-US" dirty="0"/>
              <a:t>Consideration ensures that the transaction is fair?</a:t>
            </a:r>
          </a:p>
          <a:p>
            <a:pPr eaLnBrk="1" hangingPunct="1">
              <a:defRPr/>
            </a:pPr>
            <a:r>
              <a:rPr lang="en-US" dirty="0"/>
              <a:t>Consideration serves as a useful </a:t>
            </a:r>
            <a:r>
              <a:rPr lang="en-US" i="1" dirty="0"/>
              <a:t>formality</a:t>
            </a:r>
            <a:r>
              <a:rPr lang="en-US" dirty="0"/>
              <a:t>? </a:t>
            </a:r>
          </a:p>
          <a:p>
            <a:pPr lvl="1" eaLnBrk="1" hangingPunct="1">
              <a:defRPr/>
            </a:pPr>
            <a:r>
              <a:rPr lang="en-US" dirty="0"/>
              <a:t>Does it provide evidence that a promise was made?</a:t>
            </a:r>
          </a:p>
          <a:p>
            <a:pPr lvl="1" eaLnBrk="1" hangingPunct="1">
              <a:defRPr/>
            </a:pPr>
            <a:r>
              <a:rPr lang="en-US" dirty="0"/>
              <a:t>Does it induce caution on the part of the parties?</a:t>
            </a:r>
          </a:p>
          <a:p>
            <a:pPr lvl="1" eaLnBrk="1" hangingPunct="1">
              <a:defRPr/>
            </a:pPr>
            <a:r>
              <a:rPr lang="en-US" dirty="0"/>
              <a:t>Does it evidence intention to be legally bound?</a:t>
            </a:r>
          </a:p>
          <a:p>
            <a:pPr marL="274638" lvl="1" indent="0" eaLnBrk="1" hangingPunct="1">
              <a:buFont typeface="Wingdings 3" pitchFamily="18" charset="2"/>
              <a:buNone/>
              <a:defRPr/>
            </a:pPr>
            <a:endParaRPr lang="en-US" dirty="0"/>
          </a:p>
          <a:p>
            <a:pPr marL="0" indent="0" eaLnBrk="1" hangingPunct="1">
              <a:buNone/>
              <a:defRPr/>
            </a:pPr>
            <a:endParaRPr lang="en-US" dirty="0"/>
          </a:p>
        </p:txBody>
      </p:sp>
    </p:spTree>
    <p:extLst>
      <p:ext uri="{BB962C8B-B14F-4D97-AF65-F5344CB8AC3E}">
        <p14:creationId xmlns:p14="http://schemas.microsoft.com/office/powerpoint/2010/main" val="166073942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Dyer v. National By-Products (63)</a:t>
            </a:r>
          </a:p>
        </p:txBody>
      </p:sp>
      <p:sp>
        <p:nvSpPr>
          <p:cNvPr id="3" name="Content Placeholder 2"/>
          <p:cNvSpPr>
            <a:spLocks noGrp="1"/>
          </p:cNvSpPr>
          <p:nvPr>
            <p:ph sz="quarter" idx="1"/>
          </p:nvPr>
        </p:nvSpPr>
        <p:spPr/>
        <p:txBody>
          <a:bodyPr/>
          <a:lstStyle/>
          <a:p>
            <a:r>
              <a:rPr lang="en-US" dirty="0"/>
              <a:t>What promise was Dyer seeking to enforce?</a:t>
            </a:r>
          </a:p>
          <a:p>
            <a:r>
              <a:rPr lang="en-US" dirty="0"/>
              <a:t>What was the purported consideration?</a:t>
            </a:r>
          </a:p>
          <a:p>
            <a:r>
              <a:rPr lang="en-US" dirty="0"/>
              <a:t>Does it fit the conventional definition of consideration?</a:t>
            </a:r>
          </a:p>
          <a:p>
            <a:r>
              <a:rPr lang="en-US" dirty="0"/>
              <a:t>What rule did the court use to resolve the issue?</a:t>
            </a:r>
          </a:p>
          <a:p>
            <a:pPr lvl="1"/>
            <a:r>
              <a:rPr lang="en-US" dirty="0"/>
              <a:t>What result if Dyer had always known that his claim was invalid? What if he would have sued anyway?</a:t>
            </a:r>
          </a:p>
          <a:p>
            <a:r>
              <a:rPr lang="en-US" dirty="0"/>
              <a:t>Should the courts enforce settlements of bad faith claims?</a:t>
            </a:r>
          </a:p>
        </p:txBody>
      </p:sp>
    </p:spTree>
    <p:extLst>
      <p:ext uri="{BB962C8B-B14F-4D97-AF65-F5344CB8AC3E}">
        <p14:creationId xmlns:p14="http://schemas.microsoft.com/office/powerpoint/2010/main" val="44032609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Title 1"/>
          <p:cNvSpPr>
            <a:spLocks noGrp="1"/>
          </p:cNvSpPr>
          <p:nvPr>
            <p:ph type="title"/>
          </p:nvPr>
        </p:nvSpPr>
        <p:spPr/>
        <p:txBody>
          <a:bodyPr/>
          <a:lstStyle/>
          <a:p>
            <a:r>
              <a:rPr lang="en-US" altLang="en-US" dirty="0"/>
              <a:t>Problem: Discounting Retirement (60)</a:t>
            </a:r>
          </a:p>
        </p:txBody>
      </p:sp>
      <p:sp>
        <p:nvSpPr>
          <p:cNvPr id="3" name="Content Placeholder 2"/>
          <p:cNvSpPr>
            <a:spLocks noGrp="1"/>
          </p:cNvSpPr>
          <p:nvPr>
            <p:ph sz="quarter" idx="1"/>
          </p:nvPr>
        </p:nvSpPr>
        <p:spPr>
          <a:xfrm>
            <a:off x="457200" y="1219200"/>
            <a:ext cx="8229600" cy="4937125"/>
          </a:xfrm>
        </p:spPr>
        <p:txBody>
          <a:bodyPr/>
          <a:lstStyle/>
          <a:p>
            <a:pPr marL="0" indent="0">
              <a:buFont typeface="Wingdings 3" pitchFamily="18" charset="2"/>
              <a:buNone/>
              <a:defRPr/>
            </a:pPr>
            <a:r>
              <a:rPr lang="en-US" dirty="0"/>
              <a:t>Suppose:</a:t>
            </a:r>
          </a:p>
          <a:p>
            <a:pPr>
              <a:defRPr/>
            </a:pPr>
            <a:r>
              <a:rPr lang="en-US" dirty="0"/>
              <a:t>Hurley promises Marine that he will not compete with it for x years.</a:t>
            </a:r>
          </a:p>
          <a:p>
            <a:pPr>
              <a:defRPr/>
            </a:pPr>
            <a:r>
              <a:rPr lang="en-US" dirty="0"/>
              <a:t>The Employee Retirement Plan and Trust Fund pays Hurley’s vested share immediately instead of under the five-year waiting period.</a:t>
            </a:r>
          </a:p>
          <a:p>
            <a:pPr>
              <a:defRPr/>
            </a:pPr>
            <a:r>
              <a:rPr lang="en-US" dirty="0"/>
              <a:t>Hurley breaches the non-competition agreement with Marine.</a:t>
            </a:r>
          </a:p>
          <a:p>
            <a:pPr>
              <a:defRPr/>
            </a:pPr>
            <a:endParaRPr lang="en-US" dirty="0"/>
          </a:p>
          <a:p>
            <a:pPr marL="0" indent="0">
              <a:buFont typeface="Wingdings 3" pitchFamily="18" charset="2"/>
              <a:buNone/>
              <a:defRPr/>
            </a:pPr>
            <a:r>
              <a:rPr lang="en-US" dirty="0"/>
              <a:t>Can Marine sue for breach of contract?</a:t>
            </a:r>
          </a:p>
        </p:txBody>
      </p:sp>
    </p:spTree>
    <p:extLst>
      <p:ext uri="{BB962C8B-B14F-4D97-AF65-F5344CB8AC3E}">
        <p14:creationId xmlns:p14="http://schemas.microsoft.com/office/powerpoint/2010/main" val="164809970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dirty="0"/>
              <a:t>Formalities</a:t>
            </a:r>
          </a:p>
        </p:txBody>
      </p:sp>
      <p:sp>
        <p:nvSpPr>
          <p:cNvPr id="5" name="Text Placeholder 4"/>
          <p:cNvSpPr>
            <a:spLocks noGrp="1"/>
          </p:cNvSpPr>
          <p:nvPr>
            <p:ph type="body" idx="1"/>
          </p:nvPr>
        </p:nvSpPr>
        <p:spPr/>
        <p:txBody>
          <a:bodyPr/>
          <a:lstStyle/>
          <a:p>
            <a:endParaRPr lang="en-US"/>
          </a:p>
        </p:txBody>
      </p:sp>
    </p:spTree>
    <p:extLst>
      <p:ext uri="{BB962C8B-B14F-4D97-AF65-F5344CB8AC3E}">
        <p14:creationId xmlns:p14="http://schemas.microsoft.com/office/powerpoint/2010/main" val="241850733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Examples of formalities</a:t>
            </a:r>
          </a:p>
        </p:txBody>
      </p:sp>
      <p:sp>
        <p:nvSpPr>
          <p:cNvPr id="3" name="Content Placeholder 2"/>
          <p:cNvSpPr>
            <a:spLocks noGrp="1"/>
          </p:cNvSpPr>
          <p:nvPr>
            <p:ph sz="quarter" idx="1"/>
          </p:nvPr>
        </p:nvSpPr>
        <p:spPr/>
        <p:txBody>
          <a:bodyPr/>
          <a:lstStyle/>
          <a:p>
            <a:r>
              <a:rPr lang="en-US" dirty="0"/>
              <a:t>Writing</a:t>
            </a:r>
          </a:p>
          <a:p>
            <a:r>
              <a:rPr lang="en-US" dirty="0"/>
              <a:t>Seal</a:t>
            </a:r>
          </a:p>
          <a:p>
            <a:r>
              <a:rPr lang="en-US" dirty="0"/>
              <a:t>Notarization</a:t>
            </a:r>
          </a:p>
          <a:p>
            <a:r>
              <a:rPr lang="en-US" dirty="0"/>
              <a:t>Consideration (?)</a:t>
            </a:r>
          </a:p>
          <a:p>
            <a:endParaRPr lang="en-US" dirty="0"/>
          </a:p>
        </p:txBody>
      </p:sp>
    </p:spTree>
    <p:extLst>
      <p:ext uri="{BB962C8B-B14F-4D97-AF65-F5344CB8AC3E}">
        <p14:creationId xmlns:p14="http://schemas.microsoft.com/office/powerpoint/2010/main" val="74226656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br>
              <a:rPr lang="en-US" dirty="0"/>
            </a:br>
            <a:r>
              <a:rPr lang="en-US" dirty="0"/>
              <a:t>Why formalities?</a:t>
            </a:r>
          </a:p>
        </p:txBody>
      </p:sp>
      <p:sp>
        <p:nvSpPr>
          <p:cNvPr id="3" name="Content Placeholder 2"/>
          <p:cNvSpPr>
            <a:spLocks noGrp="1"/>
          </p:cNvSpPr>
          <p:nvPr>
            <p:ph sz="quarter" idx="1"/>
          </p:nvPr>
        </p:nvSpPr>
        <p:spPr/>
        <p:txBody>
          <a:bodyPr/>
          <a:lstStyle/>
          <a:p>
            <a:pPr marL="0" indent="0">
              <a:buNone/>
            </a:pPr>
            <a:r>
              <a:rPr lang="en-US" dirty="0"/>
              <a:t>Functions include:</a:t>
            </a:r>
          </a:p>
          <a:p>
            <a:r>
              <a:rPr lang="en-US" dirty="0"/>
              <a:t>Evidentiary</a:t>
            </a:r>
          </a:p>
          <a:p>
            <a:r>
              <a:rPr lang="en-US" dirty="0"/>
              <a:t>Cautionary</a:t>
            </a:r>
          </a:p>
          <a:p>
            <a:r>
              <a:rPr lang="en-US" dirty="0"/>
              <a:t>Channeling</a:t>
            </a:r>
          </a:p>
          <a:p>
            <a:endParaRPr lang="en-US" dirty="0"/>
          </a:p>
          <a:p>
            <a:pPr marL="0" indent="0">
              <a:buNone/>
            </a:pPr>
            <a:r>
              <a:rPr lang="en-US" dirty="0"/>
              <a:t>Concerns:</a:t>
            </a:r>
          </a:p>
          <a:p>
            <a:r>
              <a:rPr lang="en-US" dirty="0"/>
              <a:t>Cost</a:t>
            </a:r>
          </a:p>
          <a:p>
            <a:r>
              <a:rPr lang="en-US" dirty="0"/>
              <a:t>Prejudice to unsophisticated parties</a:t>
            </a:r>
          </a:p>
        </p:txBody>
      </p:sp>
    </p:spTree>
    <p:extLst>
      <p:ext uri="{BB962C8B-B14F-4D97-AF65-F5344CB8AC3E}">
        <p14:creationId xmlns:p14="http://schemas.microsoft.com/office/powerpoint/2010/main" val="34759878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Which types of contracts must be in writing?</a:t>
            </a:r>
          </a:p>
        </p:txBody>
      </p:sp>
      <p:sp>
        <p:nvSpPr>
          <p:cNvPr id="3" name="Content Placeholder 2"/>
          <p:cNvSpPr>
            <a:spLocks noGrp="1"/>
          </p:cNvSpPr>
          <p:nvPr>
            <p:ph sz="quarter" idx="1"/>
          </p:nvPr>
        </p:nvSpPr>
        <p:spPr/>
        <p:txBody>
          <a:bodyPr/>
          <a:lstStyle/>
          <a:p>
            <a:pPr marL="0" indent="0">
              <a:buNone/>
            </a:pPr>
            <a:r>
              <a:rPr lang="en-US" dirty="0"/>
              <a:t>A non-exhaustive list includes contracts:</a:t>
            </a:r>
          </a:p>
          <a:p>
            <a:r>
              <a:rPr lang="en-US" dirty="0"/>
              <a:t>that bind executors and administrators</a:t>
            </a:r>
          </a:p>
          <a:p>
            <a:r>
              <a:rPr lang="en-US" dirty="0"/>
              <a:t>to answer for the debt of another</a:t>
            </a:r>
          </a:p>
          <a:p>
            <a:r>
              <a:rPr lang="en-US" dirty="0"/>
              <a:t>upon consideration of marriage</a:t>
            </a:r>
          </a:p>
          <a:p>
            <a:r>
              <a:rPr lang="en-US" dirty="0"/>
              <a:t>for sale of an interest in land</a:t>
            </a:r>
          </a:p>
          <a:p>
            <a:r>
              <a:rPr lang="en-US" dirty="0"/>
              <a:t>not to be performed within one of year of their making</a:t>
            </a:r>
          </a:p>
          <a:p>
            <a:r>
              <a:rPr lang="en-US" dirty="0"/>
              <a:t>for sale of goods in excess of $500</a:t>
            </a:r>
          </a:p>
          <a:p>
            <a:pPr lvl="1"/>
            <a:r>
              <a:rPr lang="en-US" dirty="0"/>
              <a:t>UCC, § 2-201. Cf. CISG,  Art. 11.</a:t>
            </a:r>
          </a:p>
          <a:p>
            <a:endParaRPr lang="en-US" dirty="0"/>
          </a:p>
          <a:p>
            <a:endParaRPr lang="en-US" dirty="0"/>
          </a:p>
          <a:p>
            <a:endParaRPr lang="en-US" dirty="0"/>
          </a:p>
        </p:txBody>
      </p:sp>
    </p:spTree>
    <p:extLst>
      <p:ext uri="{BB962C8B-B14F-4D97-AF65-F5344CB8AC3E}">
        <p14:creationId xmlns:p14="http://schemas.microsoft.com/office/powerpoint/2010/main" val="3788426986"/>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Exceptions to writing requirements</a:t>
            </a:r>
          </a:p>
        </p:txBody>
      </p:sp>
      <p:sp>
        <p:nvSpPr>
          <p:cNvPr id="3" name="Content Placeholder 2"/>
          <p:cNvSpPr>
            <a:spLocks noGrp="1"/>
          </p:cNvSpPr>
          <p:nvPr>
            <p:ph sz="quarter" idx="1"/>
          </p:nvPr>
        </p:nvSpPr>
        <p:spPr/>
        <p:txBody>
          <a:bodyPr/>
          <a:lstStyle/>
          <a:p>
            <a:r>
              <a:rPr lang="en-US" dirty="0"/>
              <a:t>Part performance, estoppel and reliance</a:t>
            </a:r>
          </a:p>
          <a:p>
            <a:pPr lvl="1"/>
            <a:r>
              <a:rPr lang="en-US" dirty="0"/>
              <a:t>See e.g., UCC § 2-201(3)(a) and (c))</a:t>
            </a:r>
          </a:p>
          <a:p>
            <a:r>
              <a:rPr lang="en-US" dirty="0"/>
              <a:t>Confirmations sufficient against the merchant sender and received by a merchant with reason to know its contents within a reasonable time and not objected to within ten days  (UCC § 2-201(2))</a:t>
            </a:r>
          </a:p>
          <a:p>
            <a:r>
              <a:rPr lang="en-US" dirty="0"/>
              <a:t>Judicial admissions (UCC § 2-201(3)(b))</a:t>
            </a:r>
          </a:p>
          <a:p>
            <a:r>
              <a:rPr lang="en-US" dirty="0"/>
              <a:t>Qualified financial contracts (see NY Gen. </a:t>
            </a:r>
            <a:r>
              <a:rPr lang="en-US" dirty="0" err="1"/>
              <a:t>Oblig</a:t>
            </a:r>
            <a:r>
              <a:rPr lang="en-US" dirty="0"/>
              <a:t>. L. § 5-701(b))</a:t>
            </a:r>
          </a:p>
          <a:p>
            <a:endParaRPr lang="en-US" dirty="0"/>
          </a:p>
          <a:p>
            <a:endParaRPr lang="en-US" dirty="0"/>
          </a:p>
        </p:txBody>
      </p:sp>
    </p:spTree>
    <p:extLst>
      <p:ext uri="{BB962C8B-B14F-4D97-AF65-F5344CB8AC3E}">
        <p14:creationId xmlns:p14="http://schemas.microsoft.com/office/powerpoint/2010/main" val="1191705717"/>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What writings satisfy the statute?</a:t>
            </a:r>
          </a:p>
        </p:txBody>
      </p:sp>
      <p:sp>
        <p:nvSpPr>
          <p:cNvPr id="3" name="Content Placeholder 2"/>
          <p:cNvSpPr>
            <a:spLocks noGrp="1"/>
          </p:cNvSpPr>
          <p:nvPr>
            <p:ph sz="quarter" idx="1"/>
          </p:nvPr>
        </p:nvSpPr>
        <p:spPr/>
        <p:txBody>
          <a:bodyPr/>
          <a:lstStyle/>
          <a:p>
            <a:r>
              <a:rPr lang="en-US" dirty="0"/>
              <a:t>Must be signed </a:t>
            </a:r>
          </a:p>
          <a:p>
            <a:r>
              <a:rPr lang="en-US" dirty="0"/>
              <a:t>Must contain essential terms </a:t>
            </a:r>
          </a:p>
          <a:p>
            <a:pPr lvl="1"/>
            <a:r>
              <a:rPr lang="en-US" dirty="0"/>
              <a:t>UCC 2-201(1) only requires that writing “indicate that a contract for sale has been made between the parties” and says “a writing is not insufficient because it omits or incorrectly states a term agreed upon but the contract is not enforceable under this paragraph beyond the quantity of goods shown in such writing.” </a:t>
            </a:r>
          </a:p>
          <a:p>
            <a:r>
              <a:rPr lang="en-US" dirty="0"/>
              <a:t>Electronic records and signatures qualify</a:t>
            </a:r>
          </a:p>
        </p:txBody>
      </p:sp>
    </p:spTree>
    <p:extLst>
      <p:ext uri="{BB962C8B-B14F-4D97-AF65-F5344CB8AC3E}">
        <p14:creationId xmlns:p14="http://schemas.microsoft.com/office/powerpoint/2010/main" val="4106922767"/>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5010B24-C6A3-D4FE-5247-9EC8905B16FC}"/>
              </a:ext>
            </a:extLst>
          </p:cNvPr>
          <p:cNvSpPr>
            <a:spLocks noGrp="1"/>
          </p:cNvSpPr>
          <p:nvPr>
            <p:ph type="title"/>
          </p:nvPr>
        </p:nvSpPr>
        <p:spPr/>
        <p:txBody>
          <a:bodyPr/>
          <a:lstStyle/>
          <a:p>
            <a:r>
              <a:rPr lang="en-US" dirty="0" err="1"/>
              <a:t>Tolosa</a:t>
            </a:r>
            <a:r>
              <a:rPr lang="en-US" dirty="0"/>
              <a:t> v. HSBC (372)</a:t>
            </a:r>
          </a:p>
        </p:txBody>
      </p:sp>
      <p:sp>
        <p:nvSpPr>
          <p:cNvPr id="3" name="Content Placeholder 2">
            <a:extLst>
              <a:ext uri="{FF2B5EF4-FFF2-40B4-BE49-F238E27FC236}">
                <a16:creationId xmlns:a16="http://schemas.microsoft.com/office/drawing/2014/main" id="{3879CB14-C500-2000-5259-9502F13E4588}"/>
              </a:ext>
            </a:extLst>
          </p:cNvPr>
          <p:cNvSpPr>
            <a:spLocks noGrp="1"/>
          </p:cNvSpPr>
          <p:nvPr>
            <p:ph sz="quarter" idx="1"/>
          </p:nvPr>
        </p:nvSpPr>
        <p:spPr/>
        <p:txBody>
          <a:bodyPr/>
          <a:lstStyle/>
          <a:p>
            <a:r>
              <a:rPr lang="en-US" dirty="0"/>
              <a:t>What promise were the plaintiffs seeking to enforce?</a:t>
            </a:r>
          </a:p>
          <a:p>
            <a:r>
              <a:rPr lang="en-US" dirty="0"/>
              <a:t>Was it within the Statute of Frauds?</a:t>
            </a:r>
          </a:p>
          <a:p>
            <a:r>
              <a:rPr lang="en-US" dirty="0"/>
              <a:t>Did it satisfy the Statute of Frauds?</a:t>
            </a:r>
          </a:p>
          <a:p>
            <a:r>
              <a:rPr lang="en-US" dirty="0"/>
              <a:t>Did any exception apply?</a:t>
            </a:r>
          </a:p>
          <a:p>
            <a:r>
              <a:rPr lang="en-US" dirty="0"/>
              <a:t>What policy justifies refusing to enforce the promise?</a:t>
            </a:r>
          </a:p>
        </p:txBody>
      </p:sp>
    </p:spTree>
    <p:extLst>
      <p:ext uri="{BB962C8B-B14F-4D97-AF65-F5344CB8AC3E}">
        <p14:creationId xmlns:p14="http://schemas.microsoft.com/office/powerpoint/2010/main" val="992637486"/>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388B752-FE9C-AF4E-B66C-79CF3E801C63}"/>
              </a:ext>
            </a:extLst>
          </p:cNvPr>
          <p:cNvSpPr>
            <a:spLocks noGrp="1"/>
          </p:cNvSpPr>
          <p:nvPr>
            <p:ph type="title"/>
          </p:nvPr>
        </p:nvSpPr>
        <p:spPr/>
        <p:txBody>
          <a:bodyPr>
            <a:normAutofit/>
          </a:bodyPr>
          <a:lstStyle/>
          <a:p>
            <a:r>
              <a:rPr lang="en-US" dirty="0"/>
              <a:t>Texas Bus. &amp; Com. Code § 26.02. </a:t>
            </a:r>
          </a:p>
        </p:txBody>
      </p:sp>
      <p:sp>
        <p:nvSpPr>
          <p:cNvPr id="3" name="Content Placeholder 2">
            <a:extLst>
              <a:ext uri="{FF2B5EF4-FFF2-40B4-BE49-F238E27FC236}">
                <a16:creationId xmlns:a16="http://schemas.microsoft.com/office/drawing/2014/main" id="{344F21B8-A62D-79C5-FA78-1B6665827864}"/>
              </a:ext>
            </a:extLst>
          </p:cNvPr>
          <p:cNvSpPr>
            <a:spLocks noGrp="1"/>
          </p:cNvSpPr>
          <p:nvPr>
            <p:ph sz="quarter" idx="1"/>
          </p:nvPr>
        </p:nvSpPr>
        <p:spPr/>
        <p:txBody>
          <a:bodyPr>
            <a:normAutofit fontScale="92500" lnSpcReduction="20000"/>
          </a:bodyPr>
          <a:lstStyle/>
          <a:p>
            <a:pPr marL="0" indent="0">
              <a:buNone/>
            </a:pPr>
            <a:endParaRPr lang="en-US" dirty="0"/>
          </a:p>
          <a:p>
            <a:pPr marL="0" indent="0">
              <a:buNone/>
            </a:pPr>
            <a:r>
              <a:rPr lang="en-US" dirty="0"/>
              <a:t>(e) …the financial institution shall give notice to the debtor or obligor…The notice must be in a separate document signed by the debtor or obligor or incorporated into one or more of the documents constituting the loan agreement.  The notice must be in type that is boldface, capitalized, underlined, or otherwise set out from surrounding written material so as to be conspicuous.  The notice must state substantially the following:</a:t>
            </a:r>
          </a:p>
          <a:p>
            <a:pPr marL="0" indent="0">
              <a:buNone/>
            </a:pPr>
            <a:endParaRPr lang="en-US" dirty="0"/>
          </a:p>
          <a:p>
            <a:pPr marL="0" indent="0">
              <a:buNone/>
            </a:pPr>
            <a:r>
              <a:rPr lang="en-US" dirty="0"/>
              <a:t>“This written loan agreement represents the final agreement between the parties and may not be contradicted by evidence of prior, contemporaneous, or subsequent   2 oral agreements of the parties.</a:t>
            </a:r>
          </a:p>
          <a:p>
            <a:pPr marL="0" indent="0">
              <a:buNone/>
            </a:pPr>
            <a:endParaRPr lang="en-US" dirty="0"/>
          </a:p>
          <a:p>
            <a:pPr marL="0" indent="0">
              <a:buNone/>
            </a:pPr>
            <a:r>
              <a:rPr lang="en-US" dirty="0"/>
              <a:t>“There are no unwritten oral agreements between the parties.”</a:t>
            </a:r>
          </a:p>
          <a:p>
            <a:pPr marL="0" indent="0">
              <a:buNone/>
            </a:pPr>
            <a:endParaRPr lang="en-US" dirty="0"/>
          </a:p>
          <a:p>
            <a:pPr marL="0" indent="0">
              <a:buNone/>
            </a:pPr>
            <a:endParaRPr lang="en-US" dirty="0"/>
          </a:p>
          <a:p>
            <a:pPr marL="0" indent="0">
              <a:buNone/>
            </a:pPr>
            <a:endParaRPr lang="en-US" dirty="0"/>
          </a:p>
          <a:p>
            <a:pPr marL="0" indent="0">
              <a:buNone/>
            </a:pPr>
            <a:endParaRPr lang="en-US" dirty="0"/>
          </a:p>
        </p:txBody>
      </p:sp>
    </p:spTree>
    <p:extLst>
      <p:ext uri="{BB962C8B-B14F-4D97-AF65-F5344CB8AC3E}">
        <p14:creationId xmlns:p14="http://schemas.microsoft.com/office/powerpoint/2010/main" val="1835137880"/>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533400" y="1981200"/>
            <a:ext cx="8305800" cy="923330"/>
          </a:xfrm>
          <a:prstGeom prst="rect">
            <a:avLst/>
          </a:prstGeom>
        </p:spPr>
        <p:txBody>
          <a:bodyPr wrap="square">
            <a:spAutoFit/>
          </a:bodyPr>
          <a:lstStyle/>
          <a:p>
            <a:r>
              <a:rPr lang="en-US" b="1" dirty="0">
                <a:solidFill>
                  <a:srgbClr val="000000"/>
                </a:solidFill>
                <a:latin typeface="graphik"/>
              </a:rPr>
              <a:t>Dr. Dre's wife Nicole Young claims she signed a </a:t>
            </a:r>
            <a:r>
              <a:rPr lang="en-US" b="1" dirty="0" err="1">
                <a:solidFill>
                  <a:srgbClr val="000000"/>
                </a:solidFill>
                <a:latin typeface="graphik"/>
              </a:rPr>
              <a:t>prenup</a:t>
            </a:r>
            <a:r>
              <a:rPr lang="en-US" b="1" dirty="0">
                <a:solidFill>
                  <a:srgbClr val="000000"/>
                </a:solidFill>
                <a:latin typeface="graphik"/>
              </a:rPr>
              <a:t> in 1996 under 'pressure' but he tore it up years later so she is entitled to half of his $800M fortune</a:t>
            </a:r>
            <a:endParaRPr lang="en-US" b="1" i="0" dirty="0">
              <a:solidFill>
                <a:srgbClr val="000000"/>
              </a:solidFill>
              <a:effectLst/>
              <a:latin typeface="graphik"/>
            </a:endParaRPr>
          </a:p>
        </p:txBody>
      </p:sp>
      <p:pic>
        <p:nvPicPr>
          <p:cNvPr id="1026" name="Picture 2" descr="MailOnline US - news, sport, celebrity, science and health stories"/>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33400" y="381000"/>
            <a:ext cx="8172450" cy="1238250"/>
          </a:xfrm>
          <a:prstGeom prst="rect">
            <a:avLst/>
          </a:prstGeom>
          <a:noFill/>
          <a:extLst>
            <a:ext uri="{909E8E84-426E-40DD-AFC4-6F175D3DCCD1}">
              <a14:hiddenFill xmlns:a14="http://schemas.microsoft.com/office/drawing/2010/main">
                <a:solidFill>
                  <a:srgbClr val="FFFFFF"/>
                </a:solidFill>
              </a14:hiddenFill>
            </a:ext>
          </a:extLst>
        </p:spPr>
      </p:pic>
      <p:sp>
        <p:nvSpPr>
          <p:cNvPr id="2" name="TextBox 1"/>
          <p:cNvSpPr txBox="1"/>
          <p:nvPr/>
        </p:nvSpPr>
        <p:spPr>
          <a:xfrm>
            <a:off x="152400" y="3733800"/>
            <a:ext cx="8915400" cy="2262158"/>
          </a:xfrm>
          <a:prstGeom prst="rect">
            <a:avLst/>
          </a:prstGeom>
          <a:noFill/>
        </p:spPr>
        <p:txBody>
          <a:bodyPr wrap="square" rtlCol="0">
            <a:spAutoFit/>
          </a:bodyPr>
          <a:lstStyle/>
          <a:p>
            <a:pPr marL="274320" indent="-274320">
              <a:spcBef>
                <a:spcPts val="600"/>
              </a:spcBef>
              <a:buClr>
                <a:schemeClr val="accent1"/>
              </a:buClr>
              <a:buSzPct val="76000"/>
              <a:buFont typeface="Wingdings 3"/>
              <a:buChar char=""/>
            </a:pPr>
            <a:r>
              <a:rPr lang="en-US" sz="2600" dirty="0"/>
              <a:t>What was the legal effect of the gesture according to Young? </a:t>
            </a:r>
          </a:p>
          <a:p>
            <a:pPr marL="274320" indent="-274320">
              <a:spcBef>
                <a:spcPts val="600"/>
              </a:spcBef>
              <a:buClr>
                <a:schemeClr val="accent1"/>
              </a:buClr>
              <a:buSzPct val="76000"/>
              <a:buFont typeface="Wingdings 3"/>
              <a:buChar char=""/>
            </a:pPr>
            <a:r>
              <a:rPr lang="en-US" sz="2600" dirty="0"/>
              <a:t>What are the policy arguments for and against her position?</a:t>
            </a:r>
          </a:p>
          <a:p>
            <a:pPr marL="274320" indent="-274320">
              <a:spcBef>
                <a:spcPts val="600"/>
              </a:spcBef>
              <a:buClr>
                <a:schemeClr val="accent1"/>
              </a:buClr>
              <a:buSzPct val="76000"/>
              <a:buFont typeface="Wingdings 3"/>
              <a:buChar char=""/>
            </a:pPr>
            <a:r>
              <a:rPr lang="en-US" sz="2600" dirty="0"/>
              <a:t>What is Dr. Dre’s likely defense?</a:t>
            </a:r>
          </a:p>
          <a:p>
            <a:pPr marL="274320" indent="-274320">
              <a:spcBef>
                <a:spcPts val="600"/>
              </a:spcBef>
              <a:buClr>
                <a:schemeClr val="accent1"/>
              </a:buClr>
              <a:buSzPct val="76000"/>
              <a:buFont typeface="Wingdings 3"/>
              <a:buChar char=""/>
            </a:pPr>
            <a:endParaRPr lang="en-US" sz="2400" dirty="0"/>
          </a:p>
          <a:p>
            <a:endParaRPr lang="en-US" sz="2400" dirty="0"/>
          </a:p>
        </p:txBody>
      </p:sp>
    </p:spTree>
    <p:extLst>
      <p:ext uri="{BB962C8B-B14F-4D97-AF65-F5344CB8AC3E}">
        <p14:creationId xmlns:p14="http://schemas.microsoft.com/office/powerpoint/2010/main" val="331793245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2">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533400" y="1981200"/>
            <a:ext cx="8305800" cy="923330"/>
          </a:xfrm>
          <a:prstGeom prst="rect">
            <a:avLst/>
          </a:prstGeom>
        </p:spPr>
        <p:txBody>
          <a:bodyPr wrap="square">
            <a:spAutoFit/>
          </a:bodyPr>
          <a:lstStyle/>
          <a:p>
            <a:r>
              <a:rPr lang="en-US" b="1" dirty="0">
                <a:solidFill>
                  <a:srgbClr val="000000"/>
                </a:solidFill>
                <a:latin typeface="graphik"/>
              </a:rPr>
              <a:t>Dr. Dre's wife Nicole Young claims she signed a </a:t>
            </a:r>
            <a:r>
              <a:rPr lang="en-US" b="1" dirty="0" err="1">
                <a:solidFill>
                  <a:srgbClr val="000000"/>
                </a:solidFill>
                <a:latin typeface="graphik"/>
              </a:rPr>
              <a:t>prenup</a:t>
            </a:r>
            <a:r>
              <a:rPr lang="en-US" b="1" dirty="0">
                <a:solidFill>
                  <a:srgbClr val="000000"/>
                </a:solidFill>
                <a:latin typeface="graphik"/>
              </a:rPr>
              <a:t> in 1996 under 'pressure' but he tore it up years later so she is entitled to half of his $800M fortune</a:t>
            </a:r>
            <a:endParaRPr lang="en-US" b="1" i="0" dirty="0">
              <a:solidFill>
                <a:srgbClr val="000000"/>
              </a:solidFill>
              <a:effectLst/>
              <a:latin typeface="graphik"/>
            </a:endParaRPr>
          </a:p>
        </p:txBody>
      </p:sp>
      <p:pic>
        <p:nvPicPr>
          <p:cNvPr id="1026" name="Picture 2" descr="MailOnline US - news, sport, celebrity, science and health stories"/>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33400" y="381000"/>
            <a:ext cx="8172450" cy="1238250"/>
          </a:xfrm>
          <a:prstGeom prst="rect">
            <a:avLst/>
          </a:prstGeom>
          <a:noFill/>
          <a:extLst>
            <a:ext uri="{909E8E84-426E-40DD-AFC4-6F175D3DCCD1}">
              <a14:hiddenFill xmlns:a14="http://schemas.microsoft.com/office/drawing/2010/main">
                <a:solidFill>
                  <a:srgbClr val="FFFFFF"/>
                </a:solidFill>
              </a14:hiddenFill>
            </a:ext>
          </a:extLst>
        </p:spPr>
      </p:pic>
      <p:sp>
        <p:nvSpPr>
          <p:cNvPr id="2" name="TextBox 1"/>
          <p:cNvSpPr txBox="1"/>
          <p:nvPr/>
        </p:nvSpPr>
        <p:spPr>
          <a:xfrm>
            <a:off x="381000" y="3352800"/>
            <a:ext cx="8915400" cy="2462213"/>
          </a:xfrm>
          <a:prstGeom prst="rect">
            <a:avLst/>
          </a:prstGeom>
          <a:noFill/>
        </p:spPr>
        <p:txBody>
          <a:bodyPr wrap="square" rtlCol="0">
            <a:spAutoFit/>
          </a:bodyPr>
          <a:lstStyle/>
          <a:p>
            <a:r>
              <a:rPr lang="en-US" sz="2200" dirty="0"/>
              <a:t>CA Fam Code</a:t>
            </a:r>
          </a:p>
          <a:p>
            <a:r>
              <a:rPr lang="en-US" sz="2200" dirty="0"/>
              <a:t>1611. A premarital agreement shall be in writing and signed by both parties. It is enforceable without consideration.</a:t>
            </a:r>
          </a:p>
          <a:p>
            <a:endParaRPr lang="en-US" sz="2200" dirty="0"/>
          </a:p>
          <a:p>
            <a:r>
              <a:rPr lang="en-US" sz="2200" dirty="0"/>
              <a:t>1614. After marriage, a premarital agreement may be amended or revoked only by a written agreement signed by the parties. The amended agreement or the revocation is enforceable without consideration.</a:t>
            </a:r>
          </a:p>
        </p:txBody>
      </p:sp>
    </p:spTree>
    <p:extLst>
      <p:ext uri="{BB962C8B-B14F-4D97-AF65-F5344CB8AC3E}">
        <p14:creationId xmlns:p14="http://schemas.microsoft.com/office/powerpoint/2010/main" val="1844917822"/>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Title 1"/>
          <p:cNvSpPr>
            <a:spLocks noGrp="1"/>
          </p:cNvSpPr>
          <p:nvPr>
            <p:ph type="title"/>
          </p:nvPr>
        </p:nvSpPr>
        <p:spPr/>
        <p:txBody>
          <a:bodyPr/>
          <a:lstStyle/>
          <a:p>
            <a:r>
              <a:rPr lang="en-US" altLang="en-US"/>
              <a:t>Problem for next class</a:t>
            </a:r>
          </a:p>
        </p:txBody>
      </p:sp>
      <p:sp>
        <p:nvSpPr>
          <p:cNvPr id="22531" name="Content Placeholder 2"/>
          <p:cNvSpPr>
            <a:spLocks noGrp="1"/>
          </p:cNvSpPr>
          <p:nvPr>
            <p:ph sz="quarter" idx="1"/>
          </p:nvPr>
        </p:nvSpPr>
        <p:spPr>
          <a:xfrm>
            <a:off x="457200" y="1219200"/>
            <a:ext cx="8229600" cy="4937125"/>
          </a:xfrm>
        </p:spPr>
        <p:txBody>
          <a:bodyPr/>
          <a:lstStyle/>
          <a:p>
            <a:r>
              <a:rPr lang="en-US" altLang="en-US" dirty="0"/>
              <a:t>This Contract is Toast (p. 111)</a:t>
            </a:r>
          </a:p>
        </p:txBody>
      </p:sp>
    </p:spTree>
    <p:extLst>
      <p:ext uri="{BB962C8B-B14F-4D97-AF65-F5344CB8AC3E}">
        <p14:creationId xmlns:p14="http://schemas.microsoft.com/office/powerpoint/2010/main" val="4288724321"/>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Origin">
  <a:themeElements>
    <a:clrScheme name="Origin">
      <a:dk1>
        <a:sysClr val="windowText" lastClr="000000"/>
      </a:dk1>
      <a:lt1>
        <a:sysClr val="window" lastClr="FFFFFF"/>
      </a:lt1>
      <a:dk2>
        <a:srgbClr val="464653"/>
      </a:dk2>
      <a:lt2>
        <a:srgbClr val="DDE9EC"/>
      </a:lt2>
      <a:accent1>
        <a:srgbClr val="727CA3"/>
      </a:accent1>
      <a:accent2>
        <a:srgbClr val="9FB8CD"/>
      </a:accent2>
      <a:accent3>
        <a:srgbClr val="D2DA7A"/>
      </a:accent3>
      <a:accent4>
        <a:srgbClr val="FADA7A"/>
      </a:accent4>
      <a:accent5>
        <a:srgbClr val="B88472"/>
      </a:accent5>
      <a:accent6>
        <a:srgbClr val="8E736A"/>
      </a:accent6>
      <a:hlink>
        <a:srgbClr val="B292CA"/>
      </a:hlink>
      <a:folHlink>
        <a:srgbClr val="6B5680"/>
      </a:folHlink>
    </a:clrScheme>
    <a:fontScheme name="Origin">
      <a:majorFont>
        <a:latin typeface="Bookman Old Style"/>
        <a:ea typeface=""/>
        <a:cs typeface=""/>
        <a:font script="Grek" typeface="Cambria"/>
        <a:font script="Cyrl" typeface="Cambria"/>
        <a:font script="Jpan" typeface="HG明朝E"/>
        <a:font script="Hang" typeface="돋움"/>
        <a:font script="Hans" typeface="宋体"/>
        <a:font script="Hant" typeface="標楷體"/>
        <a:font script="Arab" typeface="Times New Roman"/>
        <a:font script="Hebr" typeface="Times New Roman"/>
        <a:font script="Thai" typeface="Browalli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Gill Sans MT"/>
        <a:ea typeface=""/>
        <a:cs typeface=""/>
        <a:font script="Grek" typeface="Calibri"/>
        <a:font script="Cyrl" typeface="Calibri"/>
        <a:font script="Jpan" typeface="ＭＳ Ｐゴシック"/>
        <a:font script="Hang" typeface="맑은 고딕"/>
        <a:font script="Hans" typeface="华文新魏"/>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rigin">
      <a:fillStyleLst>
        <a:solidFill>
          <a:schemeClr val="phClr"/>
        </a:solidFill>
        <a:gradFill rotWithShape="1">
          <a:gsLst>
            <a:gs pos="0">
              <a:schemeClr val="phClr">
                <a:tint val="45000"/>
                <a:satMod val="200000"/>
              </a:schemeClr>
            </a:gs>
            <a:gs pos="30000">
              <a:schemeClr val="phClr">
                <a:tint val="61000"/>
                <a:satMod val="200000"/>
              </a:schemeClr>
            </a:gs>
            <a:gs pos="45000">
              <a:schemeClr val="phClr">
                <a:tint val="66000"/>
                <a:satMod val="200000"/>
              </a:schemeClr>
            </a:gs>
            <a:gs pos="55000">
              <a:schemeClr val="phClr">
                <a:tint val="66000"/>
                <a:satMod val="200000"/>
              </a:schemeClr>
            </a:gs>
            <a:gs pos="73000">
              <a:schemeClr val="phClr">
                <a:tint val="61000"/>
                <a:satMod val="200000"/>
              </a:schemeClr>
            </a:gs>
            <a:gs pos="100000">
              <a:schemeClr val="phClr">
                <a:tint val="45000"/>
                <a:satMod val="200000"/>
              </a:schemeClr>
            </a:gs>
          </a:gsLst>
          <a:lin ang="950000" scaled="1"/>
        </a:gradFill>
        <a:gradFill rotWithShape="1">
          <a:gsLst>
            <a:gs pos="0">
              <a:schemeClr val="phClr">
                <a:shade val="63000"/>
              </a:schemeClr>
            </a:gs>
            <a:gs pos="30000">
              <a:schemeClr val="phClr">
                <a:shade val="90000"/>
                <a:satMod val="110000"/>
              </a:schemeClr>
            </a:gs>
            <a:gs pos="45000">
              <a:schemeClr val="phClr">
                <a:shade val="100000"/>
                <a:satMod val="118000"/>
              </a:schemeClr>
            </a:gs>
            <a:gs pos="55000">
              <a:schemeClr val="phClr">
                <a:shade val="100000"/>
                <a:satMod val="118000"/>
              </a:schemeClr>
            </a:gs>
            <a:gs pos="73000">
              <a:schemeClr val="phClr">
                <a:shade val="90000"/>
                <a:satMod val="110000"/>
              </a:schemeClr>
            </a:gs>
            <a:gs pos="100000">
              <a:schemeClr val="phClr">
                <a:shade val="63000"/>
              </a:schemeClr>
            </a:gs>
          </a:gsLst>
          <a:lin ang="950000" scaled="1"/>
        </a:gradFill>
      </a:fillStyleLst>
      <a:lnStyleLst>
        <a:ln w="9525" cap="flat" cmpd="sng" algn="ctr">
          <a:solidFill>
            <a:schemeClr val="phClr"/>
          </a:solidFill>
          <a:prstDash val="solid"/>
        </a:ln>
        <a:ln w="19050" cap="flat" cmpd="sng" algn="ctr">
          <a:solidFill>
            <a:schemeClr val="phClr"/>
          </a:solidFill>
          <a:prstDash val="solid"/>
        </a:ln>
        <a:ln w="25400" cap="flat" cmpd="sng" algn="ctr">
          <a:solidFill>
            <a:schemeClr val="phClr"/>
          </a:solidFill>
          <a:prstDash val="solid"/>
        </a:ln>
      </a:lnStyleLst>
      <a:effectStyleLst>
        <a:effectStyle>
          <a:effectLst>
            <a:outerShdw blurRad="38100" dist="25400" dir="5400000" rotWithShape="0">
              <a:srgbClr val="000000">
                <a:alpha val="40000"/>
              </a:srgbClr>
            </a:outerShdw>
          </a:effectLst>
        </a:effectStyle>
        <a:effectStyle>
          <a:effectLst>
            <a:outerShdw blurRad="50800" dist="43000" dir="5400000" rotWithShape="0">
              <a:srgbClr val="000000">
                <a:alpha val="40000"/>
              </a:srgbClr>
            </a:outerShdw>
          </a:effectLst>
          <a:scene3d>
            <a:camera prst="orthographicFront" fov="0">
              <a:rot lat="0" lon="0" rev="0"/>
            </a:camera>
            <a:lightRig rig="balanced" dir="t">
              <a:rot lat="0" lon="0" rev="0"/>
            </a:lightRig>
          </a:scene3d>
          <a:sp3d prstMaterial="matte">
            <a:bevelT w="0" h="0"/>
            <a:contourClr>
              <a:schemeClr val="phClr">
                <a:tint val="100000"/>
                <a:shade val="100000"/>
                <a:hueMod val="100000"/>
                <a:satMod val="100000"/>
              </a:schemeClr>
            </a:contourClr>
          </a:sp3d>
        </a:effectStyle>
        <a:effectStyle>
          <a:effectLst>
            <a:outerShdw blurRad="50800" dist="25400" dir="5400000" rotWithShape="0">
              <a:srgbClr val="000000">
                <a:alpha val="50000"/>
              </a:srgbClr>
            </a:outerShdw>
          </a:effectLst>
          <a:scene3d>
            <a:camera prst="orthographicFront" fov="0">
              <a:rot lat="0" lon="0" rev="0"/>
            </a:camera>
            <a:lightRig rig="soft" dir="t">
              <a:rot lat="0" lon="0" rev="2700000"/>
            </a:lightRig>
          </a:scene3d>
          <a:sp3d prstMaterial="matte">
            <a:bevelT w="50800" h="50800"/>
            <a:contourClr>
              <a:schemeClr val="phClr"/>
            </a:contourClr>
          </a:sp3d>
        </a:effectStyle>
      </a:effectStyleLst>
      <a:bgFillStyleLst>
        <a:solidFill>
          <a:schemeClr val="phClr"/>
        </a:solidFill>
        <a:gradFill rotWithShape="1">
          <a:gsLst>
            <a:gs pos="0">
              <a:schemeClr val="phClr">
                <a:shade val="60000"/>
                <a:satMod val="300000"/>
              </a:schemeClr>
            </a:gs>
            <a:gs pos="30000">
              <a:schemeClr val="phClr">
                <a:shade val="80000"/>
                <a:satMod val="230000"/>
              </a:schemeClr>
            </a:gs>
            <a:gs pos="100000">
              <a:schemeClr val="phClr">
                <a:tint val="97000"/>
                <a:satMod val="220000"/>
              </a:schemeClr>
            </a:gs>
          </a:gsLst>
          <a:lin ang="16200000" scaled="1"/>
        </a:gradFill>
        <a:blipFill>
          <a:blip xmlns:r="http://schemas.openxmlformats.org/officeDocument/2006/relationships" r:embed="rId1">
            <a:duotone>
              <a:schemeClr val="phClr">
                <a:shade val="6000"/>
                <a:satMod val="120000"/>
              </a:schemeClr>
              <a:schemeClr val="phClr">
                <a:tint val="90000"/>
              </a:schemeClr>
            </a:duotone>
          </a:blip>
          <a:tile tx="0" ty="0" sx="35000" sy="40000" flip="x" algn="tl"/>
        </a:blip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3100</TotalTime>
  <Words>1492</Words>
  <Application>Microsoft Office PowerPoint</Application>
  <PresentationFormat>On-screen Show (4:3)</PresentationFormat>
  <Paragraphs>165</Paragraphs>
  <Slides>27</Slides>
  <Notes>1</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27</vt:i4>
      </vt:variant>
    </vt:vector>
  </HeadingPairs>
  <TitlesOfParts>
    <vt:vector size="35" baseType="lpstr">
      <vt:lpstr>Bookman Old Style</vt:lpstr>
      <vt:lpstr>Calibri</vt:lpstr>
      <vt:lpstr>Gill Sans MT</vt:lpstr>
      <vt:lpstr>graphik</vt:lpstr>
      <vt:lpstr>Times New Roman</vt:lpstr>
      <vt:lpstr>Wingdings</vt:lpstr>
      <vt:lpstr>Wingdings 3</vt:lpstr>
      <vt:lpstr>Origin</vt:lpstr>
      <vt:lpstr>Class 3: Consideration and Formalities</vt:lpstr>
      <vt:lpstr>Topics</vt:lpstr>
      <vt:lpstr>Recap</vt:lpstr>
      <vt:lpstr>The economics of US Naval Institute</vt:lpstr>
      <vt:lpstr>NY Rules of Professional Conduct</vt:lpstr>
      <vt:lpstr>Overview of requirements for formation and enforceability</vt:lpstr>
      <vt:lpstr>Key questions</vt:lpstr>
      <vt:lpstr>Overview of requirements for formation</vt:lpstr>
      <vt:lpstr>Consideration</vt:lpstr>
      <vt:lpstr>What is consideration?</vt:lpstr>
      <vt:lpstr>When does consideration matter?</vt:lpstr>
      <vt:lpstr>When does consideration matter?</vt:lpstr>
      <vt:lpstr>Hamer v. Sidway (54)</vt:lpstr>
      <vt:lpstr>Why consideration?</vt:lpstr>
      <vt:lpstr>Dyer v. National By-Products (63)</vt:lpstr>
      <vt:lpstr>Problem: Discounting Retirement (60)</vt:lpstr>
      <vt:lpstr>Formalities</vt:lpstr>
      <vt:lpstr>Examples of formalities</vt:lpstr>
      <vt:lpstr> Why formalities?</vt:lpstr>
      <vt:lpstr>Which types of contracts must be in writing?</vt:lpstr>
      <vt:lpstr>Exceptions to writing requirements</vt:lpstr>
      <vt:lpstr>What writings satisfy the statute?</vt:lpstr>
      <vt:lpstr>Tolosa v. HSBC (372)</vt:lpstr>
      <vt:lpstr>Texas Bus. &amp; Com. Code § 26.02. </vt:lpstr>
      <vt:lpstr>PowerPoint Presentation</vt:lpstr>
      <vt:lpstr>PowerPoint Presentation</vt:lpstr>
      <vt:lpstr>Problem for next class</vt:lpstr>
    </vt:vector>
  </TitlesOfParts>
  <Company>NYU School of Law</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Class 3: Consideration and Formalities</dc:title>
  <dc:creator>Davis, Kevin</dc:creator>
  <cp:lastModifiedBy>Davis, Kevin</cp:lastModifiedBy>
  <cp:revision>39</cp:revision>
  <dcterms:created xsi:type="dcterms:W3CDTF">2014-09-05T15:53:33Z</dcterms:created>
  <dcterms:modified xsi:type="dcterms:W3CDTF">2026-09-03T14:43:48Z</dcterms:modified>
</cp:coreProperties>
</file>